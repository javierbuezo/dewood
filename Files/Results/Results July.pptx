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3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57" r:id="rId7"/>
    <p:sldId id="261" r:id="rId8"/>
    <p:sldId id="262" r:id="rId9"/>
    <p:sldId id="256" r:id="rId10"/>
    <p:sldId id="273" r:id="rId11"/>
    <p:sldId id="274" r:id="rId12"/>
    <p:sldId id="272" r:id="rId13"/>
    <p:sldId id="275" r:id="rId14"/>
    <p:sldId id="276" r:id="rId15"/>
    <p:sldId id="277" r:id="rId16"/>
    <p:sldId id="258" r:id="rId17"/>
    <p:sldId id="260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DA5DD-CA03-454F-9163-3DB9E5A98611}" v="641" dt="2021-11-09T11:31:55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uezo" userId="2f4cc0ba-bf10-4d20-86cb-3d6156a79753" providerId="ADAL" clId="{D83DA5DD-CA03-454F-9163-3DB9E5A98611}"/>
    <pc:docChg chg="undo custSel addSld delSld modSld sldOrd">
      <pc:chgData name="Javier Buezo" userId="2f4cc0ba-bf10-4d20-86cb-3d6156a79753" providerId="ADAL" clId="{D83DA5DD-CA03-454F-9163-3DB9E5A98611}" dt="2021-11-09T11:32:12.466" v="3843" actId="2696"/>
      <pc:docMkLst>
        <pc:docMk/>
      </pc:docMkLst>
      <pc:sldChg chg="addSp modSp mod">
        <pc:chgData name="Javier Buezo" userId="2f4cc0ba-bf10-4d20-86cb-3d6156a79753" providerId="ADAL" clId="{D83DA5DD-CA03-454F-9163-3DB9E5A98611}" dt="2021-11-08T08:06:27.732" v="3830" actId="20577"/>
        <pc:sldMkLst>
          <pc:docMk/>
          <pc:sldMk cId="428696817" sldId="256"/>
        </pc:sldMkLst>
        <pc:spChg chg="add mod">
          <ac:chgData name="Javier Buezo" userId="2f4cc0ba-bf10-4d20-86cb-3d6156a79753" providerId="ADAL" clId="{D83DA5DD-CA03-454F-9163-3DB9E5A98611}" dt="2021-11-08T08:06:27.732" v="3830" actId="20577"/>
          <ac:spMkLst>
            <pc:docMk/>
            <pc:sldMk cId="428696817" sldId="256"/>
            <ac:spMk id="2" creationId="{AA799D20-2517-4119-8A13-49C891A1F95C}"/>
          </ac:spMkLst>
        </pc:spChg>
        <pc:spChg chg="mod">
          <ac:chgData name="Javier Buezo" userId="2f4cc0ba-bf10-4d20-86cb-3d6156a79753" providerId="ADAL" clId="{D83DA5DD-CA03-454F-9163-3DB9E5A98611}" dt="2021-10-21T15:08:44.435" v="841" actId="1076"/>
          <ac:spMkLst>
            <pc:docMk/>
            <pc:sldMk cId="428696817" sldId="256"/>
            <ac:spMk id="15" creationId="{099104E1-B3C0-4B3E-B0D7-E1569B251A25}"/>
          </ac:spMkLst>
        </pc:spChg>
        <pc:spChg chg="mod">
          <ac:chgData name="Javier Buezo" userId="2f4cc0ba-bf10-4d20-86cb-3d6156a79753" providerId="ADAL" clId="{D83DA5DD-CA03-454F-9163-3DB9E5A98611}" dt="2021-10-21T15:08:46.846" v="842" actId="1076"/>
          <ac:spMkLst>
            <pc:docMk/>
            <pc:sldMk cId="428696817" sldId="256"/>
            <ac:spMk id="16" creationId="{23937594-DBD2-4A6F-A34D-8E6192F5C877}"/>
          </ac:spMkLst>
        </pc:spChg>
      </pc:sldChg>
      <pc:sldChg chg="addSp delSp modSp new mod ord">
        <pc:chgData name="Javier Buezo" userId="2f4cc0ba-bf10-4d20-86cb-3d6156a79753" providerId="ADAL" clId="{D83DA5DD-CA03-454F-9163-3DB9E5A98611}" dt="2021-11-05T14:05:23.930" v="3827" actId="27918"/>
        <pc:sldMkLst>
          <pc:docMk/>
          <pc:sldMk cId="1258223766" sldId="257"/>
        </pc:sldMkLst>
        <pc:spChg chg="del">
          <ac:chgData name="Javier Buezo" userId="2f4cc0ba-bf10-4d20-86cb-3d6156a79753" providerId="ADAL" clId="{D83DA5DD-CA03-454F-9163-3DB9E5A98611}" dt="2021-10-19T14:13:01.793" v="1" actId="478"/>
          <ac:spMkLst>
            <pc:docMk/>
            <pc:sldMk cId="1258223766" sldId="257"/>
            <ac:spMk id="2" creationId="{3C1FB479-5F47-4FA1-9C23-A23C631B2204}"/>
          </ac:spMkLst>
        </pc:spChg>
        <pc:spChg chg="add mod">
          <ac:chgData name="Javier Buezo" userId="2f4cc0ba-bf10-4d20-86cb-3d6156a79753" providerId="ADAL" clId="{D83DA5DD-CA03-454F-9163-3DB9E5A98611}" dt="2021-10-21T14:46:04.082" v="317" actId="1076"/>
          <ac:spMkLst>
            <pc:docMk/>
            <pc:sldMk cId="1258223766" sldId="257"/>
            <ac:spMk id="2" creationId="{DF516580-F169-4607-928B-418DAED744C5}"/>
          </ac:spMkLst>
        </pc:spChg>
        <pc:spChg chg="del">
          <ac:chgData name="Javier Buezo" userId="2f4cc0ba-bf10-4d20-86cb-3d6156a79753" providerId="ADAL" clId="{D83DA5DD-CA03-454F-9163-3DB9E5A98611}" dt="2021-10-19T14:13:03.333" v="2" actId="478"/>
          <ac:spMkLst>
            <pc:docMk/>
            <pc:sldMk cId="1258223766" sldId="257"/>
            <ac:spMk id="3" creationId="{FC267E37-78A1-4149-AC28-5C4074C89CC8}"/>
          </ac:spMkLst>
        </pc:spChg>
        <pc:spChg chg="add mod">
          <ac:chgData name="Javier Buezo" userId="2f4cc0ba-bf10-4d20-86cb-3d6156a79753" providerId="ADAL" clId="{D83DA5DD-CA03-454F-9163-3DB9E5A98611}" dt="2021-10-19T14:44:03.624" v="236" actId="403"/>
          <ac:spMkLst>
            <pc:docMk/>
            <pc:sldMk cId="1258223766" sldId="257"/>
            <ac:spMk id="7" creationId="{0BDEAF16-498D-473A-96D3-7DC831CAAB6C}"/>
          </ac:spMkLst>
        </pc:spChg>
        <pc:spChg chg="add mod">
          <ac:chgData name="Javier Buezo" userId="2f4cc0ba-bf10-4d20-86cb-3d6156a79753" providerId="ADAL" clId="{D83DA5DD-CA03-454F-9163-3DB9E5A98611}" dt="2021-10-21T14:46:26.848" v="323" actId="20577"/>
          <ac:spMkLst>
            <pc:docMk/>
            <pc:sldMk cId="1258223766" sldId="257"/>
            <ac:spMk id="8" creationId="{D43E08F8-9423-414D-AC11-F27167143292}"/>
          </ac:spMkLst>
        </pc:spChg>
        <pc:spChg chg="add mod">
          <ac:chgData name="Javier Buezo" userId="2f4cc0ba-bf10-4d20-86cb-3d6156a79753" providerId="ADAL" clId="{D83DA5DD-CA03-454F-9163-3DB9E5A98611}" dt="2021-10-21T14:46:44.086" v="329" actId="1076"/>
          <ac:spMkLst>
            <pc:docMk/>
            <pc:sldMk cId="1258223766" sldId="257"/>
            <ac:spMk id="9" creationId="{38001230-9E33-41C1-A49B-696510D9F830}"/>
          </ac:spMkLst>
        </pc:spChg>
        <pc:spChg chg="add mod">
          <ac:chgData name="Javier Buezo" userId="2f4cc0ba-bf10-4d20-86cb-3d6156a79753" providerId="ADAL" clId="{D83DA5DD-CA03-454F-9163-3DB9E5A98611}" dt="2021-10-21T14:46:52.537" v="331" actId="1076"/>
          <ac:spMkLst>
            <pc:docMk/>
            <pc:sldMk cId="1258223766" sldId="257"/>
            <ac:spMk id="10" creationId="{F72E291D-82A9-4BDF-8AE3-CC4BAB7C0CCB}"/>
          </ac:spMkLst>
        </pc:spChg>
        <pc:spChg chg="add mod">
          <ac:chgData name="Javier Buezo" userId="2f4cc0ba-bf10-4d20-86cb-3d6156a79753" providerId="ADAL" clId="{D83DA5DD-CA03-454F-9163-3DB9E5A98611}" dt="2021-10-21T14:47:00.979" v="334" actId="20577"/>
          <ac:spMkLst>
            <pc:docMk/>
            <pc:sldMk cId="1258223766" sldId="257"/>
            <ac:spMk id="11" creationId="{5B76CEC2-CA87-4F7E-9D74-1C931C134697}"/>
          </ac:spMkLst>
        </pc:spChg>
        <pc:spChg chg="add mod">
          <ac:chgData name="Javier Buezo" userId="2f4cc0ba-bf10-4d20-86cb-3d6156a79753" providerId="ADAL" clId="{D83DA5DD-CA03-454F-9163-3DB9E5A98611}" dt="2021-10-21T14:47:11.221" v="337" actId="20577"/>
          <ac:spMkLst>
            <pc:docMk/>
            <pc:sldMk cId="1258223766" sldId="257"/>
            <ac:spMk id="12" creationId="{414CBD8F-1A87-4443-90B2-C0B5D8778CDD}"/>
          </ac:spMkLst>
        </pc:spChg>
        <pc:spChg chg="add mod">
          <ac:chgData name="Javier Buezo" userId="2f4cc0ba-bf10-4d20-86cb-3d6156a79753" providerId="ADAL" clId="{D83DA5DD-CA03-454F-9163-3DB9E5A98611}" dt="2021-10-21T14:47:41.201" v="339" actId="1076"/>
          <ac:spMkLst>
            <pc:docMk/>
            <pc:sldMk cId="1258223766" sldId="257"/>
            <ac:spMk id="13" creationId="{664DE534-5642-4AA8-921B-1DB9952E0CC7}"/>
          </ac:spMkLst>
        </pc:spChg>
        <pc:spChg chg="add mod">
          <ac:chgData name="Javier Buezo" userId="2f4cc0ba-bf10-4d20-86cb-3d6156a79753" providerId="ADAL" clId="{D83DA5DD-CA03-454F-9163-3DB9E5A98611}" dt="2021-10-21T14:47:45.752" v="341" actId="1076"/>
          <ac:spMkLst>
            <pc:docMk/>
            <pc:sldMk cId="1258223766" sldId="257"/>
            <ac:spMk id="14" creationId="{79D8277A-6E05-46BD-BA69-A7C4C0509CD3}"/>
          </ac:spMkLst>
        </pc:spChg>
        <pc:spChg chg="add del mod">
          <ac:chgData name="Javier Buezo" userId="2f4cc0ba-bf10-4d20-86cb-3d6156a79753" providerId="ADAL" clId="{D83DA5DD-CA03-454F-9163-3DB9E5A98611}" dt="2021-10-21T14:47:51.654" v="343"/>
          <ac:spMkLst>
            <pc:docMk/>
            <pc:sldMk cId="1258223766" sldId="257"/>
            <ac:spMk id="15" creationId="{27F970C6-E174-4CBA-9C98-9449232B2A93}"/>
          </ac:spMkLst>
        </pc:spChg>
        <pc:spChg chg="add mod">
          <ac:chgData name="Javier Buezo" userId="2f4cc0ba-bf10-4d20-86cb-3d6156a79753" providerId="ADAL" clId="{D83DA5DD-CA03-454F-9163-3DB9E5A98611}" dt="2021-10-21T14:48:03.064" v="345" actId="1076"/>
          <ac:spMkLst>
            <pc:docMk/>
            <pc:sldMk cId="1258223766" sldId="257"/>
            <ac:spMk id="16" creationId="{AA60B917-405B-48AF-8CD5-EC52D814E95C}"/>
          </ac:spMkLst>
        </pc:spChg>
        <pc:spChg chg="add mod">
          <ac:chgData name="Javier Buezo" userId="2f4cc0ba-bf10-4d20-86cb-3d6156a79753" providerId="ADAL" clId="{D83DA5DD-CA03-454F-9163-3DB9E5A98611}" dt="2021-10-21T14:48:08.244" v="348" actId="20577"/>
          <ac:spMkLst>
            <pc:docMk/>
            <pc:sldMk cId="1258223766" sldId="257"/>
            <ac:spMk id="17" creationId="{EFE4C1D2-394B-47AE-B0E2-0CFE2F8EE9AF}"/>
          </ac:spMkLst>
        </pc:spChg>
        <pc:spChg chg="add mod">
          <ac:chgData name="Javier Buezo" userId="2f4cc0ba-bf10-4d20-86cb-3d6156a79753" providerId="ADAL" clId="{D83DA5DD-CA03-454F-9163-3DB9E5A98611}" dt="2021-10-21T14:48:17.361" v="363" actId="1035"/>
          <ac:spMkLst>
            <pc:docMk/>
            <pc:sldMk cId="1258223766" sldId="257"/>
            <ac:spMk id="18" creationId="{6E0FDBF7-DF90-4066-A867-3CE1A149575B}"/>
          </ac:spMkLst>
        </pc:spChg>
        <pc:spChg chg="add mod">
          <ac:chgData name="Javier Buezo" userId="2f4cc0ba-bf10-4d20-86cb-3d6156a79753" providerId="ADAL" clId="{D83DA5DD-CA03-454F-9163-3DB9E5A98611}" dt="2021-10-21T14:49:12.132" v="369" actId="1076"/>
          <ac:spMkLst>
            <pc:docMk/>
            <pc:sldMk cId="1258223766" sldId="257"/>
            <ac:spMk id="19" creationId="{B39C1B25-4EA2-433C-B218-5451B493496B}"/>
          </ac:spMkLst>
        </pc:spChg>
        <pc:spChg chg="add mod">
          <ac:chgData name="Javier Buezo" userId="2f4cc0ba-bf10-4d20-86cb-3d6156a79753" providerId="ADAL" clId="{D83DA5DD-CA03-454F-9163-3DB9E5A98611}" dt="2021-10-21T14:49:07.886" v="368" actId="1076"/>
          <ac:spMkLst>
            <pc:docMk/>
            <pc:sldMk cId="1258223766" sldId="257"/>
            <ac:spMk id="20" creationId="{AC2D55CE-25FA-4FDA-820C-67901CE7AD9E}"/>
          </ac:spMkLst>
        </pc:spChg>
        <pc:spChg chg="add mod">
          <ac:chgData name="Javier Buezo" userId="2f4cc0ba-bf10-4d20-86cb-3d6156a79753" providerId="ADAL" clId="{D83DA5DD-CA03-454F-9163-3DB9E5A98611}" dt="2021-10-21T14:49:04.186" v="367" actId="1076"/>
          <ac:spMkLst>
            <pc:docMk/>
            <pc:sldMk cId="1258223766" sldId="257"/>
            <ac:spMk id="21" creationId="{B5F39789-E47E-4A19-A987-51191D3DC365}"/>
          </ac:spMkLst>
        </pc:spChg>
        <pc:spChg chg="add mod">
          <ac:chgData name="Javier Buezo" userId="2f4cc0ba-bf10-4d20-86cb-3d6156a79753" providerId="ADAL" clId="{D83DA5DD-CA03-454F-9163-3DB9E5A98611}" dt="2021-10-21T14:49:36.079" v="372" actId="1076"/>
          <ac:spMkLst>
            <pc:docMk/>
            <pc:sldMk cId="1258223766" sldId="257"/>
            <ac:spMk id="22" creationId="{3C3CEACD-65C2-491F-A1E2-930C584166C0}"/>
          </ac:spMkLst>
        </pc:spChg>
        <pc:spChg chg="add mod">
          <ac:chgData name="Javier Buezo" userId="2f4cc0ba-bf10-4d20-86cb-3d6156a79753" providerId="ADAL" clId="{D83DA5DD-CA03-454F-9163-3DB9E5A98611}" dt="2021-10-21T14:49:42.123" v="374" actId="1076"/>
          <ac:spMkLst>
            <pc:docMk/>
            <pc:sldMk cId="1258223766" sldId="257"/>
            <ac:spMk id="23" creationId="{ABE98442-02FF-483A-BDE5-27CC61342FBC}"/>
          </ac:spMkLst>
        </pc:spChg>
        <pc:spChg chg="add mod">
          <ac:chgData name="Javier Buezo" userId="2f4cc0ba-bf10-4d20-86cb-3d6156a79753" providerId="ADAL" clId="{D83DA5DD-CA03-454F-9163-3DB9E5A98611}" dt="2021-10-21T14:49:48.281" v="376" actId="1076"/>
          <ac:spMkLst>
            <pc:docMk/>
            <pc:sldMk cId="1258223766" sldId="257"/>
            <ac:spMk id="24" creationId="{80B996A6-DEE4-43DA-9848-D0D733A65C76}"/>
          </ac:spMkLst>
        </pc:spChg>
        <pc:graphicFrameChg chg="add mod">
          <ac:chgData name="Javier Buezo" userId="2f4cc0ba-bf10-4d20-86cb-3d6156a79753" providerId="ADAL" clId="{D83DA5DD-CA03-454F-9163-3DB9E5A98611}" dt="2021-10-21T15:04:58.005" v="589" actId="167"/>
          <ac:graphicFrameMkLst>
            <pc:docMk/>
            <pc:sldMk cId="1258223766" sldId="257"/>
            <ac:graphicFrameMk id="4" creationId="{1F2FB7B7-6DDB-48A8-BD5C-00081881CA10}"/>
          </ac:graphicFrameMkLst>
        </pc:graphicFrameChg>
        <pc:graphicFrameChg chg="add mod">
          <ac:chgData name="Javier Buezo" userId="2f4cc0ba-bf10-4d20-86cb-3d6156a79753" providerId="ADAL" clId="{D83DA5DD-CA03-454F-9163-3DB9E5A98611}" dt="2021-10-21T14:49:22.547" v="370" actId="167"/>
          <ac:graphicFrameMkLst>
            <pc:docMk/>
            <pc:sldMk cId="1258223766" sldId="257"/>
            <ac:graphicFrameMk id="5" creationId="{F962EF26-68DA-48AA-9DF8-30760C253CC6}"/>
          </ac:graphicFrameMkLst>
        </pc:graphicFrameChg>
        <pc:graphicFrameChg chg="add mod">
          <ac:chgData name="Javier Buezo" userId="2f4cc0ba-bf10-4d20-86cb-3d6156a79753" providerId="ADAL" clId="{D83DA5DD-CA03-454F-9163-3DB9E5A98611}" dt="2021-10-21T14:46:21.985" v="321" actId="1076"/>
          <ac:graphicFrameMkLst>
            <pc:docMk/>
            <pc:sldMk cId="1258223766" sldId="257"/>
            <ac:graphicFrameMk id="6" creationId="{0262B514-3C06-47AD-87C6-499F26E575F4}"/>
          </ac:graphicFrameMkLst>
        </pc:graphicFrameChg>
        <pc:picChg chg="add mod">
          <ac:chgData name="Javier Buezo" userId="2f4cc0ba-bf10-4d20-86cb-3d6156a79753" providerId="ADAL" clId="{D83DA5DD-CA03-454F-9163-3DB9E5A98611}" dt="2021-10-21T15:10:58.941" v="1095" actId="1076"/>
          <ac:picMkLst>
            <pc:docMk/>
            <pc:sldMk cId="1258223766" sldId="257"/>
            <ac:picMk id="25" creationId="{DE9A385F-8601-4919-A42E-C802A913AC21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09:58:56.201" v="3306" actId="115"/>
        <pc:sldMkLst>
          <pc:docMk/>
          <pc:sldMk cId="1293541571" sldId="258"/>
        </pc:sldMkLst>
        <pc:spChg chg="del">
          <ac:chgData name="Javier Buezo" userId="2f4cc0ba-bf10-4d20-86cb-3d6156a79753" providerId="ADAL" clId="{D83DA5DD-CA03-454F-9163-3DB9E5A98611}" dt="2021-10-19T14:15:21.843" v="42" actId="478"/>
          <ac:spMkLst>
            <pc:docMk/>
            <pc:sldMk cId="1293541571" sldId="258"/>
            <ac:spMk id="2" creationId="{2E6F9776-A579-4303-BF5F-DBFCB032450B}"/>
          </ac:spMkLst>
        </pc:spChg>
        <pc:spChg chg="add mod">
          <ac:chgData name="Javier Buezo" userId="2f4cc0ba-bf10-4d20-86cb-3d6156a79753" providerId="ADAL" clId="{D83DA5DD-CA03-454F-9163-3DB9E5A98611}" dt="2021-10-21T15:03:27.891" v="586" actId="1076"/>
          <ac:spMkLst>
            <pc:docMk/>
            <pc:sldMk cId="1293541571" sldId="258"/>
            <ac:spMk id="2" creationId="{C92650AE-8E86-4874-B790-961256C69A30}"/>
          </ac:spMkLst>
        </pc:spChg>
        <pc:spChg chg="del">
          <ac:chgData name="Javier Buezo" userId="2f4cc0ba-bf10-4d20-86cb-3d6156a79753" providerId="ADAL" clId="{D83DA5DD-CA03-454F-9163-3DB9E5A98611}" dt="2021-10-19T14:15:22.623" v="43" actId="478"/>
          <ac:spMkLst>
            <pc:docMk/>
            <pc:sldMk cId="1293541571" sldId="258"/>
            <ac:spMk id="3" creationId="{F09A0C23-1E49-4FC7-8F69-777A148675D0}"/>
          </ac:spMkLst>
        </pc:spChg>
        <pc:spChg chg="add mod">
          <ac:chgData name="Javier Buezo" userId="2f4cc0ba-bf10-4d20-86cb-3d6156a79753" providerId="ADAL" clId="{D83DA5DD-CA03-454F-9163-3DB9E5A98611}" dt="2021-10-19T14:16:36.454" v="82" actId="113"/>
          <ac:spMkLst>
            <pc:docMk/>
            <pc:sldMk cId="1293541571" sldId="258"/>
            <ac:spMk id="10" creationId="{B3FB679D-7B1B-41B1-8208-7EDBB3183B7E}"/>
          </ac:spMkLst>
        </pc:spChg>
        <pc:spChg chg="add mod">
          <ac:chgData name="Javier Buezo" userId="2f4cc0ba-bf10-4d20-86cb-3d6156a79753" providerId="ADAL" clId="{D83DA5DD-CA03-454F-9163-3DB9E5A98611}" dt="2021-10-19T14:16:42.173" v="85" actId="20577"/>
          <ac:spMkLst>
            <pc:docMk/>
            <pc:sldMk cId="1293541571" sldId="258"/>
            <ac:spMk id="11" creationId="{D3057EA5-41E3-49CE-8A79-3B7EBA4EC49C}"/>
          </ac:spMkLst>
        </pc:spChg>
        <pc:spChg chg="add mod">
          <ac:chgData name="Javier Buezo" userId="2f4cc0ba-bf10-4d20-86cb-3d6156a79753" providerId="ADAL" clId="{D83DA5DD-CA03-454F-9163-3DB9E5A98611}" dt="2021-10-19T14:16:48.373" v="89" actId="20577"/>
          <ac:spMkLst>
            <pc:docMk/>
            <pc:sldMk cId="1293541571" sldId="258"/>
            <ac:spMk id="12" creationId="{A4726C91-38E3-4747-B1AE-DFF1DF1623FF}"/>
          </ac:spMkLst>
        </pc:spChg>
        <pc:spChg chg="add mod">
          <ac:chgData name="Javier Buezo" userId="2f4cc0ba-bf10-4d20-86cb-3d6156a79753" providerId="ADAL" clId="{D83DA5DD-CA03-454F-9163-3DB9E5A98611}" dt="2021-10-19T14:17:28.153" v="111" actId="1076"/>
          <ac:spMkLst>
            <pc:docMk/>
            <pc:sldMk cId="1293541571" sldId="258"/>
            <ac:spMk id="13" creationId="{45DBBA36-A45A-46AF-B979-DB57C55CF0BE}"/>
          </ac:spMkLst>
        </pc:spChg>
        <pc:spChg chg="add mod">
          <ac:chgData name="Javier Buezo" userId="2f4cc0ba-bf10-4d20-86cb-3d6156a79753" providerId="ADAL" clId="{D83DA5DD-CA03-454F-9163-3DB9E5A98611}" dt="2021-10-22T09:58:56.201" v="3306" actId="115"/>
          <ac:spMkLst>
            <pc:docMk/>
            <pc:sldMk cId="1293541571" sldId="258"/>
            <ac:spMk id="14" creationId="{CEFBC561-845D-4C71-91AA-C18E86098902}"/>
          </ac:spMkLst>
        </pc:spChg>
        <pc:picChg chg="add mod">
          <ac:chgData name="Javier Buezo" userId="2f4cc0ba-bf10-4d20-86cb-3d6156a79753" providerId="ADAL" clId="{D83DA5DD-CA03-454F-9163-3DB9E5A98611}" dt="2021-10-19T14:17:49.753" v="122" actId="1076"/>
          <ac:picMkLst>
            <pc:docMk/>
            <pc:sldMk cId="1293541571" sldId="258"/>
            <ac:picMk id="5" creationId="{EAFB565D-5A35-414D-A8E9-674BCCBDE059}"/>
          </ac:picMkLst>
        </pc:picChg>
        <pc:picChg chg="add mod">
          <ac:chgData name="Javier Buezo" userId="2f4cc0ba-bf10-4d20-86cb-3d6156a79753" providerId="ADAL" clId="{D83DA5DD-CA03-454F-9163-3DB9E5A98611}" dt="2021-10-19T14:17:52.603" v="123" actId="1076"/>
          <ac:picMkLst>
            <pc:docMk/>
            <pc:sldMk cId="1293541571" sldId="258"/>
            <ac:picMk id="7" creationId="{B8941438-E36D-49DF-86B0-1A1AA4F7C12A}"/>
          </ac:picMkLst>
        </pc:picChg>
        <pc:picChg chg="add mod">
          <ac:chgData name="Javier Buezo" userId="2f4cc0ba-bf10-4d20-86cb-3d6156a79753" providerId="ADAL" clId="{D83DA5DD-CA03-454F-9163-3DB9E5A98611}" dt="2021-10-19T14:17:55.523" v="124" actId="1076"/>
          <ac:picMkLst>
            <pc:docMk/>
            <pc:sldMk cId="1293541571" sldId="258"/>
            <ac:picMk id="9" creationId="{D61613AA-01F2-4C29-A750-D45997307E0D}"/>
          </ac:picMkLst>
        </pc:picChg>
      </pc:sldChg>
      <pc:sldChg chg="new del">
        <pc:chgData name="Javier Buezo" userId="2f4cc0ba-bf10-4d20-86cb-3d6156a79753" providerId="ADAL" clId="{D83DA5DD-CA03-454F-9163-3DB9E5A98611}" dt="2021-10-19T14:18:07.233" v="127" actId="47"/>
        <pc:sldMkLst>
          <pc:docMk/>
          <pc:sldMk cId="3807074744" sldId="259"/>
        </pc:sldMkLst>
      </pc:sldChg>
      <pc:sldChg chg="addSp delSp modSp add mod">
        <pc:chgData name="Javier Buezo" userId="2f4cc0ba-bf10-4d20-86cb-3d6156a79753" providerId="ADAL" clId="{D83DA5DD-CA03-454F-9163-3DB9E5A98611}" dt="2021-10-22T09:59:00.426" v="3307" actId="115"/>
        <pc:sldMkLst>
          <pc:docMk/>
          <pc:sldMk cId="3376604712" sldId="260"/>
        </pc:sldMkLst>
        <pc:spChg chg="add mod">
          <ac:chgData name="Javier Buezo" userId="2f4cc0ba-bf10-4d20-86cb-3d6156a79753" providerId="ADAL" clId="{D83DA5DD-CA03-454F-9163-3DB9E5A98611}" dt="2021-10-21T15:03:32.135" v="588" actId="1076"/>
          <ac:spMkLst>
            <pc:docMk/>
            <pc:sldMk cId="3376604712" sldId="260"/>
            <ac:spMk id="9" creationId="{B8F9F28C-A114-4A59-AFAA-EAAB3B624C0B}"/>
          </ac:spMkLst>
        </pc:spChg>
        <pc:spChg chg="mod">
          <ac:chgData name="Javier Buezo" userId="2f4cc0ba-bf10-4d20-86cb-3d6156a79753" providerId="ADAL" clId="{D83DA5DD-CA03-454F-9163-3DB9E5A98611}" dt="2021-10-19T14:18:58.403" v="156" actId="1076"/>
          <ac:spMkLst>
            <pc:docMk/>
            <pc:sldMk cId="3376604712" sldId="260"/>
            <ac:spMk id="10" creationId="{B3FB679D-7B1B-41B1-8208-7EDBB3183B7E}"/>
          </ac:spMkLst>
        </pc:spChg>
        <pc:spChg chg="mod">
          <ac:chgData name="Javier Buezo" userId="2f4cc0ba-bf10-4d20-86cb-3d6156a79753" providerId="ADAL" clId="{D83DA5DD-CA03-454F-9163-3DB9E5A98611}" dt="2021-10-19T14:18:55.947" v="155" actId="1076"/>
          <ac:spMkLst>
            <pc:docMk/>
            <pc:sldMk cId="3376604712" sldId="260"/>
            <ac:spMk id="11" creationId="{D3057EA5-41E3-49CE-8A79-3B7EBA4EC49C}"/>
          </ac:spMkLst>
        </pc:spChg>
        <pc:spChg chg="mod">
          <ac:chgData name="Javier Buezo" userId="2f4cc0ba-bf10-4d20-86cb-3d6156a79753" providerId="ADAL" clId="{D83DA5DD-CA03-454F-9163-3DB9E5A98611}" dt="2021-10-19T14:18:54.583" v="154" actId="1076"/>
          <ac:spMkLst>
            <pc:docMk/>
            <pc:sldMk cId="3376604712" sldId="260"/>
            <ac:spMk id="12" creationId="{A4726C91-38E3-4747-B1AE-DFF1DF1623FF}"/>
          </ac:spMkLst>
        </pc:spChg>
        <pc:spChg chg="mod">
          <ac:chgData name="Javier Buezo" userId="2f4cc0ba-bf10-4d20-86cb-3d6156a79753" providerId="ADAL" clId="{D83DA5DD-CA03-454F-9163-3DB9E5A98611}" dt="2021-10-19T14:19:02.049" v="171" actId="20577"/>
          <ac:spMkLst>
            <pc:docMk/>
            <pc:sldMk cId="3376604712" sldId="260"/>
            <ac:spMk id="13" creationId="{45DBBA36-A45A-46AF-B979-DB57C55CF0BE}"/>
          </ac:spMkLst>
        </pc:spChg>
        <pc:spChg chg="add mod">
          <ac:chgData name="Javier Buezo" userId="2f4cc0ba-bf10-4d20-86cb-3d6156a79753" providerId="ADAL" clId="{D83DA5DD-CA03-454F-9163-3DB9E5A98611}" dt="2021-10-22T09:59:00.426" v="3307" actId="115"/>
          <ac:spMkLst>
            <pc:docMk/>
            <pc:sldMk cId="3376604712" sldId="260"/>
            <ac:spMk id="15" creationId="{F2761561-9A71-4189-B9FD-718B904840E7}"/>
          </ac:spMkLst>
        </pc:spChg>
        <pc:picChg chg="add mod">
          <ac:chgData name="Javier Buezo" userId="2f4cc0ba-bf10-4d20-86cb-3d6156a79753" providerId="ADAL" clId="{D83DA5DD-CA03-454F-9163-3DB9E5A98611}" dt="2021-10-19T14:18:38.423" v="144" actId="1076"/>
          <ac:picMkLst>
            <pc:docMk/>
            <pc:sldMk cId="3376604712" sldId="260"/>
            <ac:picMk id="3" creationId="{7573AB83-3AC4-4D96-B5D2-DD4688D59114}"/>
          </ac:picMkLst>
        </pc:picChg>
        <pc:picChg chg="del">
          <ac:chgData name="Javier Buezo" userId="2f4cc0ba-bf10-4d20-86cb-3d6156a79753" providerId="ADAL" clId="{D83DA5DD-CA03-454F-9163-3DB9E5A98611}" dt="2021-10-19T14:18:10.023" v="128" actId="478"/>
          <ac:picMkLst>
            <pc:docMk/>
            <pc:sldMk cId="3376604712" sldId="260"/>
            <ac:picMk id="5" creationId="{EAFB565D-5A35-414D-A8E9-674BCCBDE059}"/>
          </ac:picMkLst>
        </pc:picChg>
        <pc:picChg chg="add mod">
          <ac:chgData name="Javier Buezo" userId="2f4cc0ba-bf10-4d20-86cb-3d6156a79753" providerId="ADAL" clId="{D83DA5DD-CA03-454F-9163-3DB9E5A98611}" dt="2021-10-19T14:18:40.673" v="145" actId="1076"/>
          <ac:picMkLst>
            <pc:docMk/>
            <pc:sldMk cId="3376604712" sldId="260"/>
            <ac:picMk id="6" creationId="{CAE88E16-6AEF-4000-B0A0-D65A8BE01813}"/>
          </ac:picMkLst>
        </pc:picChg>
        <pc:picChg chg="del">
          <ac:chgData name="Javier Buezo" userId="2f4cc0ba-bf10-4d20-86cb-3d6156a79753" providerId="ADAL" clId="{D83DA5DD-CA03-454F-9163-3DB9E5A98611}" dt="2021-10-19T14:18:10.870" v="129" actId="478"/>
          <ac:picMkLst>
            <pc:docMk/>
            <pc:sldMk cId="3376604712" sldId="260"/>
            <ac:picMk id="7" creationId="{B8941438-E36D-49DF-86B0-1A1AA4F7C12A}"/>
          </ac:picMkLst>
        </pc:picChg>
        <pc:picChg chg="del">
          <ac:chgData name="Javier Buezo" userId="2f4cc0ba-bf10-4d20-86cb-3d6156a79753" providerId="ADAL" clId="{D83DA5DD-CA03-454F-9163-3DB9E5A98611}" dt="2021-10-19T14:18:12.043" v="130" actId="478"/>
          <ac:picMkLst>
            <pc:docMk/>
            <pc:sldMk cId="3376604712" sldId="260"/>
            <ac:picMk id="9" creationId="{D61613AA-01F2-4C29-A750-D45997307E0D}"/>
          </ac:picMkLst>
        </pc:picChg>
        <pc:picChg chg="add mod">
          <ac:chgData name="Javier Buezo" userId="2f4cc0ba-bf10-4d20-86cb-3d6156a79753" providerId="ADAL" clId="{D83DA5DD-CA03-454F-9163-3DB9E5A98611}" dt="2021-10-19T14:18:53.113" v="153" actId="1076"/>
          <ac:picMkLst>
            <pc:docMk/>
            <pc:sldMk cId="3376604712" sldId="260"/>
            <ac:picMk id="14" creationId="{1B3E073A-31E6-4ABF-8899-DE9083E3D39B}"/>
          </ac:picMkLst>
        </pc:picChg>
      </pc:sldChg>
      <pc:sldChg chg="addSp delSp modSp new mod ord">
        <pc:chgData name="Javier Buezo" userId="2f4cc0ba-bf10-4d20-86cb-3d6156a79753" providerId="ADAL" clId="{D83DA5DD-CA03-454F-9163-3DB9E5A98611}" dt="2021-10-22T10:13:47.898" v="3315"/>
        <pc:sldMkLst>
          <pc:docMk/>
          <pc:sldMk cId="1350337897" sldId="261"/>
        </pc:sldMkLst>
        <pc:spChg chg="del">
          <ac:chgData name="Javier Buezo" userId="2f4cc0ba-bf10-4d20-86cb-3d6156a79753" providerId="ADAL" clId="{D83DA5DD-CA03-454F-9163-3DB9E5A98611}" dt="2021-10-19T14:40:41.682" v="175" actId="478"/>
          <ac:spMkLst>
            <pc:docMk/>
            <pc:sldMk cId="1350337897" sldId="261"/>
            <ac:spMk id="2" creationId="{CB0C52F3-D5AC-4958-B659-9E34128FCA5A}"/>
          </ac:spMkLst>
        </pc:spChg>
        <pc:spChg chg="del">
          <ac:chgData name="Javier Buezo" userId="2f4cc0ba-bf10-4d20-86cb-3d6156a79753" providerId="ADAL" clId="{D83DA5DD-CA03-454F-9163-3DB9E5A98611}" dt="2021-10-19T14:40:42.762" v="176" actId="478"/>
          <ac:spMkLst>
            <pc:docMk/>
            <pc:sldMk cId="1350337897" sldId="261"/>
            <ac:spMk id="3" creationId="{2009B7C5-247B-4051-B67E-E6D075E328D8}"/>
          </ac:spMkLst>
        </pc:spChg>
        <pc:spChg chg="add del mod">
          <ac:chgData name="Javier Buezo" userId="2f4cc0ba-bf10-4d20-86cb-3d6156a79753" providerId="ADAL" clId="{D83DA5DD-CA03-454F-9163-3DB9E5A98611}" dt="2021-10-21T14:50:47.666" v="380"/>
          <ac:spMkLst>
            <pc:docMk/>
            <pc:sldMk cId="1350337897" sldId="261"/>
            <ac:spMk id="7" creationId="{9BF59532-61F0-4B15-B390-128C6C48C855}"/>
          </ac:spMkLst>
        </pc:spChg>
        <pc:spChg chg="add mod">
          <ac:chgData name="Javier Buezo" userId="2f4cc0ba-bf10-4d20-86cb-3d6156a79753" providerId="ADAL" clId="{D83DA5DD-CA03-454F-9163-3DB9E5A98611}" dt="2021-10-21T14:54:11.261" v="440" actId="1076"/>
          <ac:spMkLst>
            <pc:docMk/>
            <pc:sldMk cId="1350337897" sldId="261"/>
            <ac:spMk id="8" creationId="{EA7CEF58-54D4-4C16-BFD3-08CD7681E760}"/>
          </ac:spMkLst>
        </pc:spChg>
        <pc:spChg chg="add mod">
          <ac:chgData name="Javier Buezo" userId="2f4cc0ba-bf10-4d20-86cb-3d6156a79753" providerId="ADAL" clId="{D83DA5DD-CA03-454F-9163-3DB9E5A98611}" dt="2021-10-21T14:54:05.050" v="438" actId="1076"/>
          <ac:spMkLst>
            <pc:docMk/>
            <pc:sldMk cId="1350337897" sldId="261"/>
            <ac:spMk id="9" creationId="{AB0A3103-CD06-451E-AA97-C7CE280404FF}"/>
          </ac:spMkLst>
        </pc:spChg>
        <pc:spChg chg="add del mod">
          <ac:chgData name="Javier Buezo" userId="2f4cc0ba-bf10-4d20-86cb-3d6156a79753" providerId="ADAL" clId="{D83DA5DD-CA03-454F-9163-3DB9E5A98611}" dt="2021-10-21T14:54:14.885" v="441" actId="1076"/>
          <ac:spMkLst>
            <pc:docMk/>
            <pc:sldMk cId="1350337897" sldId="261"/>
            <ac:spMk id="10" creationId="{AB9514C8-84E1-40C5-83A1-CFAEEB9A695C}"/>
          </ac:spMkLst>
        </pc:spChg>
        <pc:spChg chg="add del mod">
          <ac:chgData name="Javier Buezo" userId="2f4cc0ba-bf10-4d20-86cb-3d6156a79753" providerId="ADAL" clId="{D83DA5DD-CA03-454F-9163-3DB9E5A98611}" dt="2021-10-21T14:54:08.224" v="439" actId="1076"/>
          <ac:spMkLst>
            <pc:docMk/>
            <pc:sldMk cId="1350337897" sldId="261"/>
            <ac:spMk id="11" creationId="{DA017190-B9CD-457B-B1BC-4EADEC5891B0}"/>
          </ac:spMkLst>
        </pc:spChg>
        <pc:spChg chg="add mod">
          <ac:chgData name="Javier Buezo" userId="2f4cc0ba-bf10-4d20-86cb-3d6156a79753" providerId="ADAL" clId="{D83DA5DD-CA03-454F-9163-3DB9E5A98611}" dt="2021-10-21T14:54:01.207" v="437" actId="1076"/>
          <ac:spMkLst>
            <pc:docMk/>
            <pc:sldMk cId="1350337897" sldId="261"/>
            <ac:spMk id="12" creationId="{A1BD36B2-0780-4ACD-827F-F9ABFBCB0F76}"/>
          </ac:spMkLst>
        </pc:spChg>
        <pc:spChg chg="add mod">
          <ac:chgData name="Javier Buezo" userId="2f4cc0ba-bf10-4d20-86cb-3d6156a79753" providerId="ADAL" clId="{D83DA5DD-CA03-454F-9163-3DB9E5A98611}" dt="2021-10-21T14:54:17.378" v="442" actId="1076"/>
          <ac:spMkLst>
            <pc:docMk/>
            <pc:sldMk cId="1350337897" sldId="261"/>
            <ac:spMk id="13" creationId="{76C33BF6-2F59-4293-9908-AF6ED22266A2}"/>
          </ac:spMkLst>
        </pc:spChg>
        <pc:spChg chg="add mod">
          <ac:chgData name="Javier Buezo" userId="2f4cc0ba-bf10-4d20-86cb-3d6156a79753" providerId="ADAL" clId="{D83DA5DD-CA03-454F-9163-3DB9E5A98611}" dt="2021-10-21T14:54:33.826" v="444" actId="1076"/>
          <ac:spMkLst>
            <pc:docMk/>
            <pc:sldMk cId="1350337897" sldId="261"/>
            <ac:spMk id="14" creationId="{223E8D93-439C-49DA-A4E0-2C5398992533}"/>
          </ac:spMkLst>
        </pc:spChg>
        <pc:spChg chg="add mod">
          <ac:chgData name="Javier Buezo" userId="2f4cc0ba-bf10-4d20-86cb-3d6156a79753" providerId="ADAL" clId="{D83DA5DD-CA03-454F-9163-3DB9E5A98611}" dt="2021-10-21T14:54:58.753" v="486" actId="1037"/>
          <ac:spMkLst>
            <pc:docMk/>
            <pc:sldMk cId="1350337897" sldId="261"/>
            <ac:spMk id="15" creationId="{7F5C6446-7634-44FA-BA17-5D3E9AFEF587}"/>
          </ac:spMkLst>
        </pc:spChg>
        <pc:spChg chg="add mod">
          <ac:chgData name="Javier Buezo" userId="2f4cc0ba-bf10-4d20-86cb-3d6156a79753" providerId="ADAL" clId="{D83DA5DD-CA03-454F-9163-3DB9E5A98611}" dt="2021-10-21T14:55:01.679" v="487" actId="1076"/>
          <ac:spMkLst>
            <pc:docMk/>
            <pc:sldMk cId="1350337897" sldId="261"/>
            <ac:spMk id="16" creationId="{6D0F6711-0EF8-41F6-A94E-EEAF6A061AA6}"/>
          </ac:spMkLst>
        </pc:spChg>
        <pc:spChg chg="add mod">
          <ac:chgData name="Javier Buezo" userId="2f4cc0ba-bf10-4d20-86cb-3d6156a79753" providerId="ADAL" clId="{D83DA5DD-CA03-454F-9163-3DB9E5A98611}" dt="2021-10-21T14:54:49.898" v="473" actId="1035"/>
          <ac:spMkLst>
            <pc:docMk/>
            <pc:sldMk cId="1350337897" sldId="261"/>
            <ac:spMk id="17" creationId="{3CCD28F7-C60E-45BF-8395-CC7791E0A1CA}"/>
          </ac:spMkLst>
        </pc:spChg>
        <pc:spChg chg="add mod">
          <ac:chgData name="Javier Buezo" userId="2f4cc0ba-bf10-4d20-86cb-3d6156a79753" providerId="ADAL" clId="{D83DA5DD-CA03-454F-9163-3DB9E5A98611}" dt="2021-10-21T14:54:58.753" v="486" actId="1037"/>
          <ac:spMkLst>
            <pc:docMk/>
            <pc:sldMk cId="1350337897" sldId="261"/>
            <ac:spMk id="18" creationId="{8B35E28F-B732-4A27-BEE0-0933E9246E40}"/>
          </ac:spMkLst>
        </pc:spChg>
        <pc:spChg chg="add mod">
          <ac:chgData name="Javier Buezo" userId="2f4cc0ba-bf10-4d20-86cb-3d6156a79753" providerId="ADAL" clId="{D83DA5DD-CA03-454F-9163-3DB9E5A98611}" dt="2021-10-21T14:55:03.937" v="488" actId="1076"/>
          <ac:spMkLst>
            <pc:docMk/>
            <pc:sldMk cId="1350337897" sldId="261"/>
            <ac:spMk id="19" creationId="{E818AC4F-9100-401E-BBBC-1B992A924CAD}"/>
          </ac:spMkLst>
        </pc:spChg>
        <pc:spChg chg="add mod">
          <ac:chgData name="Javier Buezo" userId="2f4cc0ba-bf10-4d20-86cb-3d6156a79753" providerId="ADAL" clId="{D83DA5DD-CA03-454F-9163-3DB9E5A98611}" dt="2021-10-21T14:52:57.259" v="422" actId="1076"/>
          <ac:spMkLst>
            <pc:docMk/>
            <pc:sldMk cId="1350337897" sldId="261"/>
            <ac:spMk id="20" creationId="{CDC914C5-2ACE-4BDD-918D-6D64D7030590}"/>
          </ac:spMkLst>
        </pc:spChg>
        <pc:spChg chg="add mod">
          <ac:chgData name="Javier Buezo" userId="2f4cc0ba-bf10-4d20-86cb-3d6156a79753" providerId="ADAL" clId="{D83DA5DD-CA03-454F-9163-3DB9E5A98611}" dt="2021-10-21T14:53:03.211" v="426" actId="1076"/>
          <ac:spMkLst>
            <pc:docMk/>
            <pc:sldMk cId="1350337897" sldId="261"/>
            <ac:spMk id="21" creationId="{FF09D2C8-DF36-4B75-A360-09822F1BB835}"/>
          </ac:spMkLst>
        </pc:spChg>
        <pc:spChg chg="add mod">
          <ac:chgData name="Javier Buezo" userId="2f4cc0ba-bf10-4d20-86cb-3d6156a79753" providerId="ADAL" clId="{D83DA5DD-CA03-454F-9163-3DB9E5A98611}" dt="2021-10-21T14:53:23.655" v="430" actId="1076"/>
          <ac:spMkLst>
            <pc:docMk/>
            <pc:sldMk cId="1350337897" sldId="261"/>
            <ac:spMk id="22" creationId="{EFE7AF1A-27C4-4B54-B1D6-14A5ED658D50}"/>
          </ac:spMkLst>
        </pc:spChg>
        <pc:spChg chg="add mod">
          <ac:chgData name="Javier Buezo" userId="2f4cc0ba-bf10-4d20-86cb-3d6156a79753" providerId="ADAL" clId="{D83DA5DD-CA03-454F-9163-3DB9E5A98611}" dt="2021-10-21T14:53:28.604" v="433" actId="20577"/>
          <ac:spMkLst>
            <pc:docMk/>
            <pc:sldMk cId="1350337897" sldId="261"/>
            <ac:spMk id="23" creationId="{3CF8BB01-9FE4-4694-B948-3E4D892D7711}"/>
          </ac:spMkLst>
        </pc:spChg>
        <pc:spChg chg="add mod">
          <ac:chgData name="Javier Buezo" userId="2f4cc0ba-bf10-4d20-86cb-3d6156a79753" providerId="ADAL" clId="{D83DA5DD-CA03-454F-9163-3DB9E5A98611}" dt="2021-10-21T14:53:35.238" v="436" actId="20577"/>
          <ac:spMkLst>
            <pc:docMk/>
            <pc:sldMk cId="1350337897" sldId="261"/>
            <ac:spMk id="24" creationId="{CC88E441-D134-4214-A95D-B8692059320E}"/>
          </ac:spMkLst>
        </pc:spChg>
        <pc:spChg chg="add mod">
          <ac:chgData name="Javier Buezo" userId="2f4cc0ba-bf10-4d20-86cb-3d6156a79753" providerId="ADAL" clId="{D83DA5DD-CA03-454F-9163-3DB9E5A98611}" dt="2021-10-22T09:59:22.770" v="3311" actId="115"/>
          <ac:spMkLst>
            <pc:docMk/>
            <pc:sldMk cId="1350337897" sldId="261"/>
            <ac:spMk id="25" creationId="{AEA44ACD-9471-4009-9E20-842D014C0D72}"/>
          </ac:spMkLst>
        </pc:spChg>
        <pc:graphicFrameChg chg="add mod">
          <ac:chgData name="Javier Buezo" userId="2f4cc0ba-bf10-4d20-86cb-3d6156a79753" providerId="ADAL" clId="{D83DA5DD-CA03-454F-9163-3DB9E5A98611}" dt="2021-10-21T15:06:14.121" v="592"/>
          <ac:graphicFrameMkLst>
            <pc:docMk/>
            <pc:sldMk cId="1350337897" sldId="261"/>
            <ac:graphicFrameMk id="4" creationId="{8530261B-53E2-4288-8859-5D5CF80AB83F}"/>
          </ac:graphicFrameMkLst>
        </pc:graphicFrameChg>
        <pc:graphicFrameChg chg="add mod">
          <ac:chgData name="Javier Buezo" userId="2f4cc0ba-bf10-4d20-86cb-3d6156a79753" providerId="ADAL" clId="{D83DA5DD-CA03-454F-9163-3DB9E5A98611}" dt="2021-10-21T14:54:30.953" v="443"/>
          <ac:graphicFrameMkLst>
            <pc:docMk/>
            <pc:sldMk cId="1350337897" sldId="261"/>
            <ac:graphicFrameMk id="5" creationId="{3DE8AB81-20FB-438B-BFB3-FBD77416EFDB}"/>
          </ac:graphicFrameMkLst>
        </pc:graphicFrameChg>
        <pc:graphicFrameChg chg="add mod">
          <ac:chgData name="Javier Buezo" userId="2f4cc0ba-bf10-4d20-86cb-3d6156a79753" providerId="ADAL" clId="{D83DA5DD-CA03-454F-9163-3DB9E5A98611}" dt="2021-10-19T14:44:26.847" v="238" actId="1076"/>
          <ac:graphicFrameMkLst>
            <pc:docMk/>
            <pc:sldMk cId="1350337897" sldId="261"/>
            <ac:graphicFrameMk id="6" creationId="{1B58E8E1-FA18-4B05-837C-9B667C833046}"/>
          </ac:graphicFrameMkLst>
        </pc:graphicFrameChg>
        <pc:picChg chg="add mod">
          <ac:chgData name="Javier Buezo" userId="2f4cc0ba-bf10-4d20-86cb-3d6156a79753" providerId="ADAL" clId="{D83DA5DD-CA03-454F-9163-3DB9E5A98611}" dt="2021-10-21T15:06:20.903" v="594" actId="1076"/>
          <ac:picMkLst>
            <pc:docMk/>
            <pc:sldMk cId="1350337897" sldId="261"/>
            <ac:picMk id="26" creationId="{A55B1AD1-2B28-43BB-9202-308A9512D7F6}"/>
          </ac:picMkLst>
        </pc:picChg>
      </pc:sldChg>
      <pc:sldChg chg="addSp delSp modSp new mod ord">
        <pc:chgData name="Javier Buezo" userId="2f4cc0ba-bf10-4d20-86cb-3d6156a79753" providerId="ADAL" clId="{D83DA5DD-CA03-454F-9163-3DB9E5A98611}" dt="2021-10-22T10:13:47.898" v="3315"/>
        <pc:sldMkLst>
          <pc:docMk/>
          <pc:sldMk cId="2282887149" sldId="262"/>
        </pc:sldMkLst>
        <pc:spChg chg="del">
          <ac:chgData name="Javier Buezo" userId="2f4cc0ba-bf10-4d20-86cb-3d6156a79753" providerId="ADAL" clId="{D83DA5DD-CA03-454F-9163-3DB9E5A98611}" dt="2021-10-19T14:45:10.042" v="242" actId="478"/>
          <ac:spMkLst>
            <pc:docMk/>
            <pc:sldMk cId="2282887149" sldId="262"/>
            <ac:spMk id="2" creationId="{69E319CB-9F12-4A33-B25D-CB8B6DDFCCB0}"/>
          </ac:spMkLst>
        </pc:spChg>
        <pc:spChg chg="del">
          <ac:chgData name="Javier Buezo" userId="2f4cc0ba-bf10-4d20-86cb-3d6156a79753" providerId="ADAL" clId="{D83DA5DD-CA03-454F-9163-3DB9E5A98611}" dt="2021-10-19T14:45:09.422" v="241" actId="478"/>
          <ac:spMkLst>
            <pc:docMk/>
            <pc:sldMk cId="2282887149" sldId="262"/>
            <ac:spMk id="3" creationId="{7C284258-F498-4EA9-9EB5-7AF0DAD5456D}"/>
          </ac:spMkLst>
        </pc:spChg>
        <pc:spChg chg="add mod">
          <ac:chgData name="Javier Buezo" userId="2f4cc0ba-bf10-4d20-86cb-3d6156a79753" providerId="ADAL" clId="{D83DA5DD-CA03-454F-9163-3DB9E5A98611}" dt="2021-10-21T15:02:29.283" v="543" actId="1076"/>
          <ac:spMkLst>
            <pc:docMk/>
            <pc:sldMk cId="2282887149" sldId="262"/>
            <ac:spMk id="7" creationId="{2ED00BD6-4521-4F80-9082-938AC2802F30}"/>
          </ac:spMkLst>
        </pc:spChg>
        <pc:spChg chg="add mod">
          <ac:chgData name="Javier Buezo" userId="2f4cc0ba-bf10-4d20-86cb-3d6156a79753" providerId="ADAL" clId="{D83DA5DD-CA03-454F-9163-3DB9E5A98611}" dt="2021-10-21T14:57:04.208" v="508" actId="1076"/>
          <ac:spMkLst>
            <pc:docMk/>
            <pc:sldMk cId="2282887149" sldId="262"/>
            <ac:spMk id="8" creationId="{004AE486-B607-4CB9-BC59-385723627BF2}"/>
          </ac:spMkLst>
        </pc:spChg>
        <pc:spChg chg="add mod">
          <ac:chgData name="Javier Buezo" userId="2f4cc0ba-bf10-4d20-86cb-3d6156a79753" providerId="ADAL" clId="{D83DA5DD-CA03-454F-9163-3DB9E5A98611}" dt="2021-10-19T14:48:42.508" v="294" actId="1076"/>
          <ac:spMkLst>
            <pc:docMk/>
            <pc:sldMk cId="2282887149" sldId="262"/>
            <ac:spMk id="10" creationId="{D87D6145-243E-47B4-995C-2FF5A07EDC02}"/>
          </ac:spMkLst>
        </pc:spChg>
        <pc:spChg chg="add mod">
          <ac:chgData name="Javier Buezo" userId="2f4cc0ba-bf10-4d20-86cb-3d6156a79753" providerId="ADAL" clId="{D83DA5DD-CA03-454F-9163-3DB9E5A98611}" dt="2021-10-21T14:57:09.395" v="512" actId="1076"/>
          <ac:spMkLst>
            <pc:docMk/>
            <pc:sldMk cId="2282887149" sldId="262"/>
            <ac:spMk id="11" creationId="{A27009F6-6D0D-42D0-9DDD-4C45BAB39C0A}"/>
          </ac:spMkLst>
        </pc:spChg>
        <pc:spChg chg="add mod">
          <ac:chgData name="Javier Buezo" userId="2f4cc0ba-bf10-4d20-86cb-3d6156a79753" providerId="ADAL" clId="{D83DA5DD-CA03-454F-9163-3DB9E5A98611}" dt="2021-10-21T14:57:19.153" v="514" actId="1076"/>
          <ac:spMkLst>
            <pc:docMk/>
            <pc:sldMk cId="2282887149" sldId="262"/>
            <ac:spMk id="12" creationId="{252BDDEE-1B6A-480E-9F13-A6BF33CD3CE4}"/>
          </ac:spMkLst>
        </pc:spChg>
        <pc:spChg chg="add mod">
          <ac:chgData name="Javier Buezo" userId="2f4cc0ba-bf10-4d20-86cb-3d6156a79753" providerId="ADAL" clId="{D83DA5DD-CA03-454F-9163-3DB9E5A98611}" dt="2021-10-21T14:57:24.568" v="517" actId="20577"/>
          <ac:spMkLst>
            <pc:docMk/>
            <pc:sldMk cId="2282887149" sldId="262"/>
            <ac:spMk id="13" creationId="{F7855936-A26C-41B1-8379-6C8E96DB9892}"/>
          </ac:spMkLst>
        </pc:spChg>
        <pc:spChg chg="add mod">
          <ac:chgData name="Javier Buezo" userId="2f4cc0ba-bf10-4d20-86cb-3d6156a79753" providerId="ADAL" clId="{D83DA5DD-CA03-454F-9163-3DB9E5A98611}" dt="2021-10-21T14:57:37.918" v="523" actId="1076"/>
          <ac:spMkLst>
            <pc:docMk/>
            <pc:sldMk cId="2282887149" sldId="262"/>
            <ac:spMk id="14" creationId="{0F66636A-D3F3-4E8A-81BA-7E94A347AD10}"/>
          </ac:spMkLst>
        </pc:spChg>
        <pc:spChg chg="add mod">
          <ac:chgData name="Javier Buezo" userId="2f4cc0ba-bf10-4d20-86cb-3d6156a79753" providerId="ADAL" clId="{D83DA5DD-CA03-454F-9163-3DB9E5A98611}" dt="2021-10-21T14:58:12.314" v="525" actId="1076"/>
          <ac:spMkLst>
            <pc:docMk/>
            <pc:sldMk cId="2282887149" sldId="262"/>
            <ac:spMk id="15" creationId="{0B643128-E81C-4988-B1B3-A0A91D09DB81}"/>
          </ac:spMkLst>
        </pc:spChg>
        <pc:spChg chg="add mod">
          <ac:chgData name="Javier Buezo" userId="2f4cc0ba-bf10-4d20-86cb-3d6156a79753" providerId="ADAL" clId="{D83DA5DD-CA03-454F-9163-3DB9E5A98611}" dt="2021-10-21T14:58:17.619" v="526" actId="1076"/>
          <ac:spMkLst>
            <pc:docMk/>
            <pc:sldMk cId="2282887149" sldId="262"/>
            <ac:spMk id="16" creationId="{9D288302-6EB6-447C-B5C1-26756DEA0439}"/>
          </ac:spMkLst>
        </pc:spChg>
        <pc:spChg chg="add mod">
          <ac:chgData name="Javier Buezo" userId="2f4cc0ba-bf10-4d20-86cb-3d6156a79753" providerId="ADAL" clId="{D83DA5DD-CA03-454F-9163-3DB9E5A98611}" dt="2021-10-21T14:58:28.301" v="529" actId="1076"/>
          <ac:spMkLst>
            <pc:docMk/>
            <pc:sldMk cId="2282887149" sldId="262"/>
            <ac:spMk id="17" creationId="{106538AD-F38C-458E-A53C-05B3FDC82C54}"/>
          </ac:spMkLst>
        </pc:spChg>
        <pc:spChg chg="add mod">
          <ac:chgData name="Javier Buezo" userId="2f4cc0ba-bf10-4d20-86cb-3d6156a79753" providerId="ADAL" clId="{D83DA5DD-CA03-454F-9163-3DB9E5A98611}" dt="2021-10-21T14:58:58.634" v="532" actId="1076"/>
          <ac:spMkLst>
            <pc:docMk/>
            <pc:sldMk cId="2282887149" sldId="262"/>
            <ac:spMk id="18" creationId="{01538778-2A97-4CEE-AD73-9A66FB28B530}"/>
          </ac:spMkLst>
        </pc:spChg>
        <pc:spChg chg="add mod">
          <ac:chgData name="Javier Buezo" userId="2f4cc0ba-bf10-4d20-86cb-3d6156a79753" providerId="ADAL" clId="{D83DA5DD-CA03-454F-9163-3DB9E5A98611}" dt="2021-10-21T14:59:24.725" v="537" actId="20577"/>
          <ac:spMkLst>
            <pc:docMk/>
            <pc:sldMk cId="2282887149" sldId="262"/>
            <ac:spMk id="19" creationId="{502AEEE5-BD95-4DB9-88C7-89F104C9C8B5}"/>
          </ac:spMkLst>
        </pc:spChg>
        <pc:spChg chg="add mod">
          <ac:chgData name="Javier Buezo" userId="2f4cc0ba-bf10-4d20-86cb-3d6156a79753" providerId="ADAL" clId="{D83DA5DD-CA03-454F-9163-3DB9E5A98611}" dt="2021-10-21T14:59:20.598" v="535"/>
          <ac:spMkLst>
            <pc:docMk/>
            <pc:sldMk cId="2282887149" sldId="262"/>
            <ac:spMk id="20" creationId="{9A7EC36F-C38A-4B02-99D5-0B735C1698D8}"/>
          </ac:spMkLst>
        </pc:spChg>
        <pc:spChg chg="add mod">
          <ac:chgData name="Javier Buezo" userId="2f4cc0ba-bf10-4d20-86cb-3d6156a79753" providerId="ADAL" clId="{D83DA5DD-CA03-454F-9163-3DB9E5A98611}" dt="2021-10-21T14:59:33.446" v="541" actId="1076"/>
          <ac:spMkLst>
            <pc:docMk/>
            <pc:sldMk cId="2282887149" sldId="262"/>
            <ac:spMk id="21" creationId="{CC6E9B77-61EF-43F8-9327-2880267DD780}"/>
          </ac:spMkLst>
        </pc:spChg>
        <pc:spChg chg="add mod">
          <ac:chgData name="Javier Buezo" userId="2f4cc0ba-bf10-4d20-86cb-3d6156a79753" providerId="ADAL" clId="{D83DA5DD-CA03-454F-9163-3DB9E5A98611}" dt="2021-10-21T15:02:33.102" v="545" actId="1076"/>
          <ac:spMkLst>
            <pc:docMk/>
            <pc:sldMk cId="2282887149" sldId="262"/>
            <ac:spMk id="22" creationId="{E6A5AD54-A197-4F2F-B995-0CCD2CA0CF37}"/>
          </ac:spMkLst>
        </pc:spChg>
        <pc:spChg chg="add mod">
          <ac:chgData name="Javier Buezo" userId="2f4cc0ba-bf10-4d20-86cb-3d6156a79753" providerId="ADAL" clId="{D83DA5DD-CA03-454F-9163-3DB9E5A98611}" dt="2021-10-21T15:02:36.045" v="547" actId="1076"/>
          <ac:spMkLst>
            <pc:docMk/>
            <pc:sldMk cId="2282887149" sldId="262"/>
            <ac:spMk id="23" creationId="{CE6A60C2-2FC4-449F-80F9-A30CF73A1D59}"/>
          </ac:spMkLst>
        </pc:spChg>
        <pc:spChg chg="add mod">
          <ac:chgData name="Javier Buezo" userId="2f4cc0ba-bf10-4d20-86cb-3d6156a79753" providerId="ADAL" clId="{D83DA5DD-CA03-454F-9163-3DB9E5A98611}" dt="2021-10-21T15:02:40.751" v="550" actId="20577"/>
          <ac:spMkLst>
            <pc:docMk/>
            <pc:sldMk cId="2282887149" sldId="262"/>
            <ac:spMk id="24" creationId="{792805D3-E42F-4727-A2E6-8BBEDBB777C0}"/>
          </ac:spMkLst>
        </pc:spChg>
        <pc:spChg chg="add mod">
          <ac:chgData name="Javier Buezo" userId="2f4cc0ba-bf10-4d20-86cb-3d6156a79753" providerId="ADAL" clId="{D83DA5DD-CA03-454F-9163-3DB9E5A98611}" dt="2021-10-21T15:02:45.881" v="552" actId="1076"/>
          <ac:spMkLst>
            <pc:docMk/>
            <pc:sldMk cId="2282887149" sldId="262"/>
            <ac:spMk id="25" creationId="{990FCAD0-ED69-4C9C-90D5-0A46CD3F0A9F}"/>
          </ac:spMkLst>
        </pc:spChg>
        <pc:spChg chg="add mod">
          <ac:chgData name="Javier Buezo" userId="2f4cc0ba-bf10-4d20-86cb-3d6156a79753" providerId="ADAL" clId="{D83DA5DD-CA03-454F-9163-3DB9E5A98611}" dt="2021-10-21T15:02:54.273" v="556" actId="1076"/>
          <ac:spMkLst>
            <pc:docMk/>
            <pc:sldMk cId="2282887149" sldId="262"/>
            <ac:spMk id="26" creationId="{54C0E0A6-B304-4AE3-9FCD-132FCC3BD98C}"/>
          </ac:spMkLst>
        </pc:spChg>
        <pc:spChg chg="add mod">
          <ac:chgData name="Javier Buezo" userId="2f4cc0ba-bf10-4d20-86cb-3d6156a79753" providerId="ADAL" clId="{D83DA5DD-CA03-454F-9163-3DB9E5A98611}" dt="2021-10-21T15:02:59.992" v="559" actId="20577"/>
          <ac:spMkLst>
            <pc:docMk/>
            <pc:sldMk cId="2282887149" sldId="262"/>
            <ac:spMk id="27" creationId="{48468EF4-238E-4CCB-B45E-6D874BFDD526}"/>
          </ac:spMkLst>
        </pc:spChg>
        <pc:spChg chg="add mod">
          <ac:chgData name="Javier Buezo" userId="2f4cc0ba-bf10-4d20-86cb-3d6156a79753" providerId="ADAL" clId="{D83DA5DD-CA03-454F-9163-3DB9E5A98611}" dt="2021-10-22T09:59:17.279" v="3310" actId="115"/>
          <ac:spMkLst>
            <pc:docMk/>
            <pc:sldMk cId="2282887149" sldId="262"/>
            <ac:spMk id="28" creationId="{E957DCE3-D1F6-4444-9567-E6F51E3A63AD}"/>
          </ac:spMkLst>
        </pc:spChg>
        <pc:graphicFrameChg chg="add mod">
          <ac:chgData name="Javier Buezo" userId="2f4cc0ba-bf10-4d20-86cb-3d6156a79753" providerId="ADAL" clId="{D83DA5DD-CA03-454F-9163-3DB9E5A98611}" dt="2021-10-21T14:58:24.219" v="528"/>
          <ac:graphicFrameMkLst>
            <pc:docMk/>
            <pc:sldMk cId="2282887149" sldId="262"/>
            <ac:graphicFrameMk id="4" creationId="{5046F39A-BE95-4EAC-8716-05D2BCCB1B71}"/>
          </ac:graphicFrameMkLst>
        </pc:graphicFrameChg>
        <pc:graphicFrameChg chg="add mod">
          <ac:chgData name="Javier Buezo" userId="2f4cc0ba-bf10-4d20-86cb-3d6156a79753" providerId="ADAL" clId="{D83DA5DD-CA03-454F-9163-3DB9E5A98611}" dt="2021-10-19T14:49:07.389" v="312" actId="20577"/>
          <ac:graphicFrameMkLst>
            <pc:docMk/>
            <pc:sldMk cId="2282887149" sldId="262"/>
            <ac:graphicFrameMk id="5" creationId="{325ED299-C08D-4A37-8258-19A225DD99D7}"/>
          </ac:graphicFrameMkLst>
        </pc:graphicFrameChg>
        <pc:graphicFrameChg chg="add mod">
          <ac:chgData name="Javier Buezo" userId="2f4cc0ba-bf10-4d20-86cb-3d6156a79753" providerId="ADAL" clId="{D83DA5DD-CA03-454F-9163-3DB9E5A98611}" dt="2021-10-19T14:49:03.421" v="305" actId="20577"/>
          <ac:graphicFrameMkLst>
            <pc:docMk/>
            <pc:sldMk cId="2282887149" sldId="262"/>
            <ac:graphicFrameMk id="6" creationId="{7F248E2C-FAB1-4CE3-AB3E-F5C0893B4102}"/>
          </ac:graphicFrameMkLst>
        </pc:graphicFrameChg>
        <pc:graphicFrameChg chg="add del mod">
          <ac:chgData name="Javier Buezo" userId="2f4cc0ba-bf10-4d20-86cb-3d6156a79753" providerId="ADAL" clId="{D83DA5DD-CA03-454F-9163-3DB9E5A98611}" dt="2021-10-19T14:48:06.501" v="277"/>
          <ac:graphicFrameMkLst>
            <pc:docMk/>
            <pc:sldMk cId="2282887149" sldId="262"/>
            <ac:graphicFrameMk id="7" creationId="{C449F326-4D7D-4477-BD82-00F797FB501B}"/>
          </ac:graphicFrameMkLst>
        </pc:graphicFrameChg>
        <pc:picChg chg="add mod">
          <ac:chgData name="Javier Buezo" userId="2f4cc0ba-bf10-4d20-86cb-3d6156a79753" providerId="ADAL" clId="{D83DA5DD-CA03-454F-9163-3DB9E5A98611}" dt="2021-10-19T14:48:27.032" v="280" actId="1076"/>
          <ac:picMkLst>
            <pc:docMk/>
            <pc:sldMk cId="2282887149" sldId="262"/>
            <ac:picMk id="9" creationId="{1948AF4F-6431-47CA-8BAC-D96103245C5E}"/>
          </ac:picMkLst>
        </pc:picChg>
      </pc:sldChg>
      <pc:sldChg chg="delSp new del mod">
        <pc:chgData name="Javier Buezo" userId="2f4cc0ba-bf10-4d20-86cb-3d6156a79753" providerId="ADAL" clId="{D83DA5DD-CA03-454F-9163-3DB9E5A98611}" dt="2021-10-21T15:17:41.806" v="1184" actId="47"/>
        <pc:sldMkLst>
          <pc:docMk/>
          <pc:sldMk cId="1182776443" sldId="263"/>
        </pc:sldMkLst>
        <pc:spChg chg="del">
          <ac:chgData name="Javier Buezo" userId="2f4cc0ba-bf10-4d20-86cb-3d6156a79753" providerId="ADAL" clId="{D83DA5DD-CA03-454F-9163-3DB9E5A98611}" dt="2021-10-21T15:17:36.837" v="1181" actId="478"/>
          <ac:spMkLst>
            <pc:docMk/>
            <pc:sldMk cId="1182776443" sldId="263"/>
            <ac:spMk id="2" creationId="{C9F4340B-423F-4C02-9EAF-274A19535C5A}"/>
          </ac:spMkLst>
        </pc:spChg>
        <pc:spChg chg="del">
          <ac:chgData name="Javier Buezo" userId="2f4cc0ba-bf10-4d20-86cb-3d6156a79753" providerId="ADAL" clId="{D83DA5DD-CA03-454F-9163-3DB9E5A98611}" dt="2021-10-21T15:17:37.759" v="1182" actId="478"/>
          <ac:spMkLst>
            <pc:docMk/>
            <pc:sldMk cId="1182776443" sldId="263"/>
            <ac:spMk id="3" creationId="{6C34C763-DE04-423C-9003-B0AE329A8618}"/>
          </ac:spMkLst>
        </pc:spChg>
      </pc:sldChg>
      <pc:sldChg chg="modSp new del mod">
        <pc:chgData name="Javier Buezo" userId="2f4cc0ba-bf10-4d20-86cb-3d6156a79753" providerId="ADAL" clId="{D83DA5DD-CA03-454F-9163-3DB9E5A98611}" dt="2021-10-21T15:16:57.884" v="1179" actId="47"/>
        <pc:sldMkLst>
          <pc:docMk/>
          <pc:sldMk cId="2199886573" sldId="263"/>
        </pc:sldMkLst>
        <pc:spChg chg="mod">
          <ac:chgData name="Javier Buezo" userId="2f4cc0ba-bf10-4d20-86cb-3d6156a79753" providerId="ADAL" clId="{D83DA5DD-CA03-454F-9163-3DB9E5A98611}" dt="2021-10-21T15:14:57.870" v="1106" actId="20577"/>
          <ac:spMkLst>
            <pc:docMk/>
            <pc:sldMk cId="2199886573" sldId="263"/>
            <ac:spMk id="2" creationId="{92D403A6-6C15-4770-B626-2A00B9172377}"/>
          </ac:spMkLst>
        </pc:spChg>
      </pc:sldChg>
      <pc:sldChg chg="addSp delSp modSp add mod">
        <pc:chgData name="Javier Buezo" userId="2f4cc0ba-bf10-4d20-86cb-3d6156a79753" providerId="ADAL" clId="{D83DA5DD-CA03-454F-9163-3DB9E5A98611}" dt="2021-10-21T16:33:57.635" v="1776" actId="20577"/>
        <pc:sldMkLst>
          <pc:docMk/>
          <pc:sldMk cId="1026677470" sldId="264"/>
        </pc:sldMkLst>
        <pc:spChg chg="add mod">
          <ac:chgData name="Javier Buezo" userId="2f4cc0ba-bf10-4d20-86cb-3d6156a79753" providerId="ADAL" clId="{D83DA5DD-CA03-454F-9163-3DB9E5A98611}" dt="2021-10-21T16:33:57.635" v="1776" actId="20577"/>
          <ac:spMkLst>
            <pc:docMk/>
            <pc:sldMk cId="1026677470" sldId="264"/>
            <ac:spMk id="2" creationId="{4CF453F8-18DD-41B1-8C3F-8CE908391154}"/>
          </ac:spMkLst>
        </pc:spChg>
        <pc:spChg chg="del mod">
          <ac:chgData name="Javier Buezo" userId="2f4cc0ba-bf10-4d20-86cb-3d6156a79753" providerId="ADAL" clId="{D83DA5DD-CA03-454F-9163-3DB9E5A98611}" dt="2021-10-21T15:18:04.286" v="1186" actId="478"/>
          <ac:spMkLst>
            <pc:docMk/>
            <pc:sldMk cId="1026677470" sldId="264"/>
            <ac:spMk id="12" creationId="{8AC25D07-E69B-443B-9812-8701F513E334}"/>
          </ac:spMkLst>
        </pc:spChg>
      </pc:sldChg>
      <pc:sldChg chg="addSp delSp modSp new mod">
        <pc:chgData name="Javier Buezo" userId="2f4cc0ba-bf10-4d20-86cb-3d6156a79753" providerId="ADAL" clId="{D83DA5DD-CA03-454F-9163-3DB9E5A98611}" dt="2021-10-21T16:08:48.949" v="1500" actId="1076"/>
        <pc:sldMkLst>
          <pc:docMk/>
          <pc:sldMk cId="3561332697" sldId="265"/>
        </pc:sldMkLst>
        <pc:spChg chg="del">
          <ac:chgData name="Javier Buezo" userId="2f4cc0ba-bf10-4d20-86cb-3d6156a79753" providerId="ADAL" clId="{D83DA5DD-CA03-454F-9163-3DB9E5A98611}" dt="2021-10-21T15:21:36.848" v="1189" actId="478"/>
          <ac:spMkLst>
            <pc:docMk/>
            <pc:sldMk cId="3561332697" sldId="265"/>
            <ac:spMk id="2" creationId="{0E331BF2-0FBE-4443-97A5-A4815442A697}"/>
          </ac:spMkLst>
        </pc:spChg>
        <pc:spChg chg="del">
          <ac:chgData name="Javier Buezo" userId="2f4cc0ba-bf10-4d20-86cb-3d6156a79753" providerId="ADAL" clId="{D83DA5DD-CA03-454F-9163-3DB9E5A98611}" dt="2021-10-21T15:21:35.696" v="1188" actId="478"/>
          <ac:spMkLst>
            <pc:docMk/>
            <pc:sldMk cId="3561332697" sldId="265"/>
            <ac:spMk id="3" creationId="{7355CAFA-DD08-464B-822D-323158261CC5}"/>
          </ac:spMkLst>
        </pc:spChg>
        <pc:spChg chg="add del">
          <ac:chgData name="Javier Buezo" userId="2f4cc0ba-bf10-4d20-86cb-3d6156a79753" providerId="ADAL" clId="{D83DA5DD-CA03-454F-9163-3DB9E5A98611}" dt="2021-10-21T15:21:39.853" v="1191" actId="478"/>
          <ac:spMkLst>
            <pc:docMk/>
            <pc:sldMk cId="3561332697" sldId="265"/>
            <ac:spMk id="4" creationId="{FA76DA2E-FAC9-4184-9C34-9E876634B94E}"/>
          </ac:spMkLst>
        </pc:spChg>
        <pc:spChg chg="add del">
          <ac:chgData name="Javier Buezo" userId="2f4cc0ba-bf10-4d20-86cb-3d6156a79753" providerId="ADAL" clId="{D83DA5DD-CA03-454F-9163-3DB9E5A98611}" dt="2021-10-21T15:22:06.326" v="1193" actId="478"/>
          <ac:spMkLst>
            <pc:docMk/>
            <pc:sldMk cId="3561332697" sldId="265"/>
            <ac:spMk id="5" creationId="{6519E61C-6775-418B-946A-A56558974EF9}"/>
          </ac:spMkLst>
        </pc:spChg>
        <pc:spChg chg="add mod">
          <ac:chgData name="Javier Buezo" userId="2f4cc0ba-bf10-4d20-86cb-3d6156a79753" providerId="ADAL" clId="{D83DA5DD-CA03-454F-9163-3DB9E5A98611}" dt="2021-10-21T15:40:52.042" v="1240" actId="14100"/>
          <ac:spMkLst>
            <pc:docMk/>
            <pc:sldMk cId="3561332697" sldId="265"/>
            <ac:spMk id="8" creationId="{F411A013-892F-4BF0-85F6-5ADCA1FDDC6A}"/>
          </ac:spMkLst>
        </pc:spChg>
        <pc:spChg chg="add mod">
          <ac:chgData name="Javier Buezo" userId="2f4cc0ba-bf10-4d20-86cb-3d6156a79753" providerId="ADAL" clId="{D83DA5DD-CA03-454F-9163-3DB9E5A98611}" dt="2021-10-21T16:08:48.949" v="1500" actId="1076"/>
          <ac:spMkLst>
            <pc:docMk/>
            <pc:sldMk cId="3561332697" sldId="265"/>
            <ac:spMk id="11" creationId="{A056EAE6-F1FF-4D73-A96C-2E7A40753FA7}"/>
          </ac:spMkLst>
        </pc:spChg>
        <pc:picChg chg="add del mod">
          <ac:chgData name="Javier Buezo" userId="2f4cc0ba-bf10-4d20-86cb-3d6156a79753" providerId="ADAL" clId="{D83DA5DD-CA03-454F-9163-3DB9E5A98611}" dt="2021-10-21T16:02:39.281" v="1248" actId="478"/>
          <ac:picMkLst>
            <pc:docMk/>
            <pc:sldMk cId="3561332697" sldId="265"/>
            <ac:picMk id="7" creationId="{13A2B4ED-7796-4FC3-8DB8-BAA008297151}"/>
          </ac:picMkLst>
        </pc:picChg>
        <pc:picChg chg="add mod ord">
          <ac:chgData name="Javier Buezo" userId="2f4cc0ba-bf10-4d20-86cb-3d6156a79753" providerId="ADAL" clId="{D83DA5DD-CA03-454F-9163-3DB9E5A98611}" dt="2021-10-21T16:02:48.055" v="1251" actId="1076"/>
          <ac:picMkLst>
            <pc:docMk/>
            <pc:sldMk cId="3561332697" sldId="265"/>
            <ac:picMk id="10" creationId="{756AE755-CD66-40B9-96EE-AE8CCF931D58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09:59:41.785" v="3312" actId="1076"/>
        <pc:sldMkLst>
          <pc:docMk/>
          <pc:sldMk cId="2853622763" sldId="266"/>
        </pc:sldMkLst>
        <pc:spChg chg="del">
          <ac:chgData name="Javier Buezo" userId="2f4cc0ba-bf10-4d20-86cb-3d6156a79753" providerId="ADAL" clId="{D83DA5DD-CA03-454F-9163-3DB9E5A98611}" dt="2021-10-21T15:59:15.821" v="1241" actId="478"/>
          <ac:spMkLst>
            <pc:docMk/>
            <pc:sldMk cId="2853622763" sldId="266"/>
            <ac:spMk id="2" creationId="{1C0301FE-3FA5-4BC4-967A-DD393544185B}"/>
          </ac:spMkLst>
        </pc:spChg>
        <pc:spChg chg="del">
          <ac:chgData name="Javier Buezo" userId="2f4cc0ba-bf10-4d20-86cb-3d6156a79753" providerId="ADAL" clId="{D83DA5DD-CA03-454F-9163-3DB9E5A98611}" dt="2021-10-21T15:59:17.207" v="1242" actId="478"/>
          <ac:spMkLst>
            <pc:docMk/>
            <pc:sldMk cId="2853622763" sldId="266"/>
            <ac:spMk id="3" creationId="{0841A49A-1C38-4151-A9E9-E92E52E9AC6A}"/>
          </ac:spMkLst>
        </pc:spChg>
        <pc:spChg chg="add del">
          <ac:chgData name="Javier Buezo" userId="2f4cc0ba-bf10-4d20-86cb-3d6156a79753" providerId="ADAL" clId="{D83DA5DD-CA03-454F-9163-3DB9E5A98611}" dt="2021-10-21T15:59:19.731" v="1244" actId="478"/>
          <ac:spMkLst>
            <pc:docMk/>
            <pc:sldMk cId="2853622763" sldId="266"/>
            <ac:spMk id="4" creationId="{5AA10B43-28B9-4463-8119-07DDFA1DBB6D}"/>
          </ac:spMkLst>
        </pc:spChg>
        <pc:spChg chg="add mod">
          <ac:chgData name="Javier Buezo" userId="2f4cc0ba-bf10-4d20-86cb-3d6156a79753" providerId="ADAL" clId="{D83DA5DD-CA03-454F-9163-3DB9E5A98611}" dt="2021-10-22T09:59:41.785" v="3312" actId="1076"/>
          <ac:spMkLst>
            <pc:docMk/>
            <pc:sldMk cId="2853622763" sldId="266"/>
            <ac:spMk id="7" creationId="{76ABBE88-2B74-42E8-AA8B-D62135B89029}"/>
          </ac:spMkLst>
        </pc:spChg>
        <pc:spChg chg="add mod">
          <ac:chgData name="Javier Buezo" userId="2f4cc0ba-bf10-4d20-86cb-3d6156a79753" providerId="ADAL" clId="{D83DA5DD-CA03-454F-9163-3DB9E5A98611}" dt="2021-10-21T16:08:17.142" v="1416" actId="1076"/>
          <ac:spMkLst>
            <pc:docMk/>
            <pc:sldMk cId="2853622763" sldId="266"/>
            <ac:spMk id="8" creationId="{ADCCF970-4EF6-4AA0-9DBA-FEEE51F90C9E}"/>
          </ac:spMkLst>
        </pc:spChg>
        <pc:picChg chg="add mod">
          <ac:chgData name="Javier Buezo" userId="2f4cc0ba-bf10-4d20-86cb-3d6156a79753" providerId="ADAL" clId="{D83DA5DD-CA03-454F-9163-3DB9E5A98611}" dt="2021-10-21T16:03:11.984" v="1253" actId="1076"/>
          <ac:picMkLst>
            <pc:docMk/>
            <pc:sldMk cId="2853622763" sldId="266"/>
            <ac:picMk id="6" creationId="{7CE1D95F-A05D-4B27-8911-7982269AEC14}"/>
          </ac:picMkLst>
        </pc:picChg>
      </pc:sldChg>
      <pc:sldChg chg="addSp delSp modSp new mod ord">
        <pc:chgData name="Javier Buezo" userId="2f4cc0ba-bf10-4d20-86cb-3d6156a79753" providerId="ADAL" clId="{D83DA5DD-CA03-454F-9163-3DB9E5A98611}" dt="2021-10-22T08:55:04.504" v="2288" actId="20577"/>
        <pc:sldMkLst>
          <pc:docMk/>
          <pc:sldMk cId="2641404857" sldId="267"/>
        </pc:sldMkLst>
        <pc:spChg chg="del">
          <ac:chgData name="Javier Buezo" userId="2f4cc0ba-bf10-4d20-86cb-3d6156a79753" providerId="ADAL" clId="{D83DA5DD-CA03-454F-9163-3DB9E5A98611}" dt="2021-10-22T08:49:10.209" v="1791" actId="478"/>
          <ac:spMkLst>
            <pc:docMk/>
            <pc:sldMk cId="2641404857" sldId="267"/>
            <ac:spMk id="2" creationId="{5252CFE0-169E-430A-9A20-01C932A6C591}"/>
          </ac:spMkLst>
        </pc:spChg>
        <pc:spChg chg="del">
          <ac:chgData name="Javier Buezo" userId="2f4cc0ba-bf10-4d20-86cb-3d6156a79753" providerId="ADAL" clId="{D83DA5DD-CA03-454F-9163-3DB9E5A98611}" dt="2021-10-22T08:49:11.099" v="1792" actId="478"/>
          <ac:spMkLst>
            <pc:docMk/>
            <pc:sldMk cId="2641404857" sldId="267"/>
            <ac:spMk id="3" creationId="{65AA629B-9F35-4874-9EBD-8E071AED2AE7}"/>
          </ac:spMkLst>
        </pc:spChg>
        <pc:spChg chg="add del">
          <ac:chgData name="Javier Buezo" userId="2f4cc0ba-bf10-4d20-86cb-3d6156a79753" providerId="ADAL" clId="{D83DA5DD-CA03-454F-9163-3DB9E5A98611}" dt="2021-10-22T08:48:53.370" v="1789"/>
          <ac:spMkLst>
            <pc:docMk/>
            <pc:sldMk cId="2641404857" sldId="267"/>
            <ac:spMk id="4" creationId="{ECB1C87F-EEF2-44F8-A10B-EE8DDCD8465E}"/>
          </ac:spMkLst>
        </pc:spChg>
        <pc:spChg chg="add mod">
          <ac:chgData name="Javier Buezo" userId="2f4cc0ba-bf10-4d20-86cb-3d6156a79753" providerId="ADAL" clId="{D83DA5DD-CA03-454F-9163-3DB9E5A98611}" dt="2021-10-22T08:52:35.279" v="1846" actId="1076"/>
          <ac:spMkLst>
            <pc:docMk/>
            <pc:sldMk cId="2641404857" sldId="267"/>
            <ac:spMk id="11" creationId="{3DD807AE-6F79-477A-ABBD-68E6D5B2EA21}"/>
          </ac:spMkLst>
        </pc:spChg>
        <pc:spChg chg="add mod">
          <ac:chgData name="Javier Buezo" userId="2f4cc0ba-bf10-4d20-86cb-3d6156a79753" providerId="ADAL" clId="{D83DA5DD-CA03-454F-9163-3DB9E5A98611}" dt="2021-10-22T08:52:35.279" v="1846" actId="1076"/>
          <ac:spMkLst>
            <pc:docMk/>
            <pc:sldMk cId="2641404857" sldId="267"/>
            <ac:spMk id="12" creationId="{05679C13-3939-47C1-9C32-1B03AF9469DD}"/>
          </ac:spMkLst>
        </pc:spChg>
        <pc:spChg chg="add mod">
          <ac:chgData name="Javier Buezo" userId="2f4cc0ba-bf10-4d20-86cb-3d6156a79753" providerId="ADAL" clId="{D83DA5DD-CA03-454F-9163-3DB9E5A98611}" dt="2021-10-22T08:52:35.279" v="1846" actId="1076"/>
          <ac:spMkLst>
            <pc:docMk/>
            <pc:sldMk cId="2641404857" sldId="267"/>
            <ac:spMk id="13" creationId="{E9624A00-7D2F-4863-B40F-FC54E4579A5F}"/>
          </ac:spMkLst>
        </pc:spChg>
        <pc:spChg chg="add mod">
          <ac:chgData name="Javier Buezo" userId="2f4cc0ba-bf10-4d20-86cb-3d6156a79753" providerId="ADAL" clId="{D83DA5DD-CA03-454F-9163-3DB9E5A98611}" dt="2021-10-22T08:52:29.093" v="1845" actId="1076"/>
          <ac:spMkLst>
            <pc:docMk/>
            <pc:sldMk cId="2641404857" sldId="267"/>
            <ac:spMk id="14" creationId="{01105F59-8201-4A05-9E1E-AE4AC0FB0227}"/>
          </ac:spMkLst>
        </pc:spChg>
        <pc:spChg chg="add mod">
          <ac:chgData name="Javier Buezo" userId="2f4cc0ba-bf10-4d20-86cb-3d6156a79753" providerId="ADAL" clId="{D83DA5DD-CA03-454F-9163-3DB9E5A98611}" dt="2021-10-22T08:55:04.504" v="2288" actId="20577"/>
          <ac:spMkLst>
            <pc:docMk/>
            <pc:sldMk cId="2641404857" sldId="267"/>
            <ac:spMk id="15" creationId="{F141BB23-D6A1-4929-9591-DA648E407A48}"/>
          </ac:spMkLst>
        </pc:spChg>
        <pc:picChg chg="add mod">
          <ac:chgData name="Javier Buezo" userId="2f4cc0ba-bf10-4d20-86cb-3d6156a79753" providerId="ADAL" clId="{D83DA5DD-CA03-454F-9163-3DB9E5A98611}" dt="2021-10-22T08:51:40.528" v="1815" actId="1076"/>
          <ac:picMkLst>
            <pc:docMk/>
            <pc:sldMk cId="2641404857" sldId="267"/>
            <ac:picMk id="6" creationId="{DC3A5EB2-B743-44C2-9771-22BAD725EACA}"/>
          </ac:picMkLst>
        </pc:picChg>
        <pc:picChg chg="add mod">
          <ac:chgData name="Javier Buezo" userId="2f4cc0ba-bf10-4d20-86cb-3d6156a79753" providerId="ADAL" clId="{D83DA5DD-CA03-454F-9163-3DB9E5A98611}" dt="2021-10-22T08:51:34.058" v="1812" actId="1076"/>
          <ac:picMkLst>
            <pc:docMk/>
            <pc:sldMk cId="2641404857" sldId="267"/>
            <ac:picMk id="8" creationId="{1F23971C-5A4E-49F7-B561-C6AD3A2D95C3}"/>
          </ac:picMkLst>
        </pc:picChg>
        <pc:picChg chg="add mod">
          <ac:chgData name="Javier Buezo" userId="2f4cc0ba-bf10-4d20-86cb-3d6156a79753" providerId="ADAL" clId="{D83DA5DD-CA03-454F-9163-3DB9E5A98611}" dt="2021-10-22T08:51:38.080" v="1814" actId="1076"/>
          <ac:picMkLst>
            <pc:docMk/>
            <pc:sldMk cId="2641404857" sldId="267"/>
            <ac:picMk id="10" creationId="{54A4136A-2D1A-4779-A930-20FC539A9FB3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09:06:05.611" v="2444" actId="1076"/>
        <pc:sldMkLst>
          <pc:docMk/>
          <pc:sldMk cId="2775145028" sldId="268"/>
        </pc:sldMkLst>
        <pc:spChg chg="del">
          <ac:chgData name="Javier Buezo" userId="2f4cc0ba-bf10-4d20-86cb-3d6156a79753" providerId="ADAL" clId="{D83DA5DD-CA03-454F-9163-3DB9E5A98611}" dt="2021-10-22T08:55:46.886" v="2290" actId="478"/>
          <ac:spMkLst>
            <pc:docMk/>
            <pc:sldMk cId="2775145028" sldId="268"/>
            <ac:spMk id="2" creationId="{3A68F791-0AE6-4A32-8D66-94EEAF1B2057}"/>
          </ac:spMkLst>
        </pc:spChg>
        <pc:spChg chg="del">
          <ac:chgData name="Javier Buezo" userId="2f4cc0ba-bf10-4d20-86cb-3d6156a79753" providerId="ADAL" clId="{D83DA5DD-CA03-454F-9163-3DB9E5A98611}" dt="2021-10-22T08:55:48.111" v="2291" actId="478"/>
          <ac:spMkLst>
            <pc:docMk/>
            <pc:sldMk cId="2775145028" sldId="268"/>
            <ac:spMk id="3" creationId="{5B427D1D-0932-48ED-B4B3-E740424DBF0E}"/>
          </ac:spMkLst>
        </pc:spChg>
        <pc:spChg chg="add del">
          <ac:chgData name="Javier Buezo" userId="2f4cc0ba-bf10-4d20-86cb-3d6156a79753" providerId="ADAL" clId="{D83DA5DD-CA03-454F-9163-3DB9E5A98611}" dt="2021-10-22T08:56:12.217" v="2296" actId="478"/>
          <ac:spMkLst>
            <pc:docMk/>
            <pc:sldMk cId="2775145028" sldId="268"/>
            <ac:spMk id="6" creationId="{5C368B9B-352A-4903-812A-261AA11E6F2D}"/>
          </ac:spMkLst>
        </pc:spChg>
        <pc:spChg chg="add mod">
          <ac:chgData name="Javier Buezo" userId="2f4cc0ba-bf10-4d20-86cb-3d6156a79753" providerId="ADAL" clId="{D83DA5DD-CA03-454F-9163-3DB9E5A98611}" dt="2021-10-22T08:57:11.507" v="2324" actId="1076"/>
          <ac:spMkLst>
            <pc:docMk/>
            <pc:sldMk cId="2775145028" sldId="268"/>
            <ac:spMk id="11" creationId="{C57DAA9D-A888-4726-A0D0-41C2504AA2EA}"/>
          </ac:spMkLst>
        </pc:spChg>
        <pc:spChg chg="add mod">
          <ac:chgData name="Javier Buezo" userId="2f4cc0ba-bf10-4d20-86cb-3d6156a79753" providerId="ADAL" clId="{D83DA5DD-CA03-454F-9163-3DB9E5A98611}" dt="2021-10-22T08:57:14.730" v="2325" actId="1076"/>
          <ac:spMkLst>
            <pc:docMk/>
            <pc:sldMk cId="2775145028" sldId="268"/>
            <ac:spMk id="12" creationId="{D7791F55-9939-4D04-A681-F8CBD85D7FE3}"/>
          </ac:spMkLst>
        </pc:spChg>
        <pc:spChg chg="add mod">
          <ac:chgData name="Javier Buezo" userId="2f4cc0ba-bf10-4d20-86cb-3d6156a79753" providerId="ADAL" clId="{D83DA5DD-CA03-454F-9163-3DB9E5A98611}" dt="2021-10-22T08:57:17.398" v="2326" actId="1076"/>
          <ac:spMkLst>
            <pc:docMk/>
            <pc:sldMk cId="2775145028" sldId="268"/>
            <ac:spMk id="13" creationId="{B01A9500-5DF7-4D6B-BB9C-DDEA3BA3A151}"/>
          </ac:spMkLst>
        </pc:spChg>
        <pc:spChg chg="add mod">
          <ac:chgData name="Javier Buezo" userId="2f4cc0ba-bf10-4d20-86cb-3d6156a79753" providerId="ADAL" clId="{D83DA5DD-CA03-454F-9163-3DB9E5A98611}" dt="2021-10-22T09:06:05.611" v="2444" actId="1076"/>
          <ac:spMkLst>
            <pc:docMk/>
            <pc:sldMk cId="2775145028" sldId="268"/>
            <ac:spMk id="14" creationId="{24434FAB-4700-4A50-A5BE-C4B23CDF58A6}"/>
          </ac:spMkLst>
        </pc:spChg>
        <pc:spChg chg="add mod">
          <ac:chgData name="Javier Buezo" userId="2f4cc0ba-bf10-4d20-86cb-3d6156a79753" providerId="ADAL" clId="{D83DA5DD-CA03-454F-9163-3DB9E5A98611}" dt="2021-10-22T08:57:08.158" v="2323" actId="20577"/>
          <ac:spMkLst>
            <pc:docMk/>
            <pc:sldMk cId="2775145028" sldId="268"/>
            <ac:spMk id="15" creationId="{D1342AA4-6EF4-4CB9-96F9-DF3EF9A60711}"/>
          </ac:spMkLst>
        </pc:spChg>
        <pc:picChg chg="add mod">
          <ac:chgData name="Javier Buezo" userId="2f4cc0ba-bf10-4d20-86cb-3d6156a79753" providerId="ADAL" clId="{D83DA5DD-CA03-454F-9163-3DB9E5A98611}" dt="2021-10-22T08:56:22.054" v="2300" actId="1076"/>
          <ac:picMkLst>
            <pc:docMk/>
            <pc:sldMk cId="2775145028" sldId="268"/>
            <ac:picMk id="5" creationId="{6B937025-BC89-4232-A775-58C3200D8396}"/>
          </ac:picMkLst>
        </pc:picChg>
        <pc:picChg chg="add mod">
          <ac:chgData name="Javier Buezo" userId="2f4cc0ba-bf10-4d20-86cb-3d6156a79753" providerId="ADAL" clId="{D83DA5DD-CA03-454F-9163-3DB9E5A98611}" dt="2021-10-22T08:56:48.958" v="2305" actId="1076"/>
          <ac:picMkLst>
            <pc:docMk/>
            <pc:sldMk cId="2775145028" sldId="268"/>
            <ac:picMk id="8" creationId="{8420625C-0816-4FB6-8B28-837F1A2DB0C2}"/>
          </ac:picMkLst>
        </pc:picChg>
        <pc:picChg chg="add mod">
          <ac:chgData name="Javier Buezo" userId="2f4cc0ba-bf10-4d20-86cb-3d6156a79753" providerId="ADAL" clId="{D83DA5DD-CA03-454F-9163-3DB9E5A98611}" dt="2021-10-22T08:56:50.630" v="2306" actId="1076"/>
          <ac:picMkLst>
            <pc:docMk/>
            <pc:sldMk cId="2775145028" sldId="268"/>
            <ac:picMk id="10" creationId="{C34581E7-15CC-47BA-95AF-9D47524B62E7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09:06:12.092" v="2453" actId="20577"/>
        <pc:sldMkLst>
          <pc:docMk/>
          <pc:sldMk cId="2319434545" sldId="269"/>
        </pc:sldMkLst>
        <pc:spChg chg="del">
          <ac:chgData name="Javier Buezo" userId="2f4cc0ba-bf10-4d20-86cb-3d6156a79753" providerId="ADAL" clId="{D83DA5DD-CA03-454F-9163-3DB9E5A98611}" dt="2021-10-22T09:02:48.908" v="2345" actId="478"/>
          <ac:spMkLst>
            <pc:docMk/>
            <pc:sldMk cId="2319434545" sldId="269"/>
            <ac:spMk id="2" creationId="{5747CFD4-309B-4FFC-B9CF-BCAB0641DDB9}"/>
          </ac:spMkLst>
        </pc:spChg>
        <pc:spChg chg="del">
          <ac:chgData name="Javier Buezo" userId="2f4cc0ba-bf10-4d20-86cb-3d6156a79753" providerId="ADAL" clId="{D83DA5DD-CA03-454F-9163-3DB9E5A98611}" dt="2021-10-22T09:02:48.299" v="2344" actId="478"/>
          <ac:spMkLst>
            <pc:docMk/>
            <pc:sldMk cId="2319434545" sldId="269"/>
            <ac:spMk id="3" creationId="{443EC300-8073-4B68-B9B7-132C65BDA51E}"/>
          </ac:spMkLst>
        </pc:spChg>
        <pc:spChg chg="add">
          <ac:chgData name="Javier Buezo" userId="2f4cc0ba-bf10-4d20-86cb-3d6156a79753" providerId="ADAL" clId="{D83DA5DD-CA03-454F-9163-3DB9E5A98611}" dt="2021-10-22T09:04:19.200" v="2352"/>
          <ac:spMkLst>
            <pc:docMk/>
            <pc:sldMk cId="2319434545" sldId="269"/>
            <ac:spMk id="8" creationId="{29500119-3BB0-4434-BCBC-785DD4EFC9D4}"/>
          </ac:spMkLst>
        </pc:spChg>
        <pc:spChg chg="add mod">
          <ac:chgData name="Javier Buezo" userId="2f4cc0ba-bf10-4d20-86cb-3d6156a79753" providerId="ADAL" clId="{D83DA5DD-CA03-454F-9163-3DB9E5A98611}" dt="2021-10-22T09:04:58.316" v="2367" actId="1076"/>
          <ac:spMkLst>
            <pc:docMk/>
            <pc:sldMk cId="2319434545" sldId="269"/>
            <ac:spMk id="11" creationId="{D512D4D8-27BC-4341-9F11-129C17A4F7C1}"/>
          </ac:spMkLst>
        </pc:spChg>
        <pc:spChg chg="add mod">
          <ac:chgData name="Javier Buezo" userId="2f4cc0ba-bf10-4d20-86cb-3d6156a79753" providerId="ADAL" clId="{D83DA5DD-CA03-454F-9163-3DB9E5A98611}" dt="2021-10-22T09:05:01.856" v="2368" actId="1076"/>
          <ac:spMkLst>
            <pc:docMk/>
            <pc:sldMk cId="2319434545" sldId="269"/>
            <ac:spMk id="12" creationId="{6359E0C2-FF62-4F22-AF2F-5C7C088CC1D6}"/>
          </ac:spMkLst>
        </pc:spChg>
        <pc:spChg chg="add mod">
          <ac:chgData name="Javier Buezo" userId="2f4cc0ba-bf10-4d20-86cb-3d6156a79753" providerId="ADAL" clId="{D83DA5DD-CA03-454F-9163-3DB9E5A98611}" dt="2021-10-22T09:04:55.992" v="2366" actId="1076"/>
          <ac:spMkLst>
            <pc:docMk/>
            <pc:sldMk cId="2319434545" sldId="269"/>
            <ac:spMk id="13" creationId="{67AE175C-728C-460E-8FD4-2645AB7A35C3}"/>
          </ac:spMkLst>
        </pc:spChg>
        <pc:spChg chg="add mod">
          <ac:chgData name="Javier Buezo" userId="2f4cc0ba-bf10-4d20-86cb-3d6156a79753" providerId="ADAL" clId="{D83DA5DD-CA03-454F-9163-3DB9E5A98611}" dt="2021-10-22T09:05:57.581" v="2442" actId="20577"/>
          <ac:spMkLst>
            <pc:docMk/>
            <pc:sldMk cId="2319434545" sldId="269"/>
            <ac:spMk id="14" creationId="{1189E63F-0A0C-40FC-B5D8-C1540A39CE3E}"/>
          </ac:spMkLst>
        </pc:spChg>
        <pc:spChg chg="add mod">
          <ac:chgData name="Javier Buezo" userId="2f4cc0ba-bf10-4d20-86cb-3d6156a79753" providerId="ADAL" clId="{D83DA5DD-CA03-454F-9163-3DB9E5A98611}" dt="2021-10-22T09:06:12.092" v="2453" actId="20577"/>
          <ac:spMkLst>
            <pc:docMk/>
            <pc:sldMk cId="2319434545" sldId="269"/>
            <ac:spMk id="15" creationId="{A86776FA-FE06-46BA-8B65-D29C5EF5748E}"/>
          </ac:spMkLst>
        </pc:spChg>
        <pc:picChg chg="add mod">
          <ac:chgData name="Javier Buezo" userId="2f4cc0ba-bf10-4d20-86cb-3d6156a79753" providerId="ADAL" clId="{D83DA5DD-CA03-454F-9163-3DB9E5A98611}" dt="2021-10-22T09:06:01.300" v="2443" actId="1076"/>
          <ac:picMkLst>
            <pc:docMk/>
            <pc:sldMk cId="2319434545" sldId="269"/>
            <ac:picMk id="5" creationId="{5A49B9FF-BE97-4C10-8A9E-84B64D42C800}"/>
          </ac:picMkLst>
        </pc:picChg>
        <pc:picChg chg="add mod">
          <ac:chgData name="Javier Buezo" userId="2f4cc0ba-bf10-4d20-86cb-3d6156a79753" providerId="ADAL" clId="{D83DA5DD-CA03-454F-9163-3DB9E5A98611}" dt="2021-10-22T09:04:34.610" v="2360" actId="1076"/>
          <ac:picMkLst>
            <pc:docMk/>
            <pc:sldMk cId="2319434545" sldId="269"/>
            <ac:picMk id="7" creationId="{3CD78478-C508-4728-82C5-6DB778481471}"/>
          </ac:picMkLst>
        </pc:picChg>
        <pc:picChg chg="add mod">
          <ac:chgData name="Javier Buezo" userId="2f4cc0ba-bf10-4d20-86cb-3d6156a79753" providerId="ADAL" clId="{D83DA5DD-CA03-454F-9163-3DB9E5A98611}" dt="2021-10-22T09:05:05.100" v="2369" actId="1076"/>
          <ac:picMkLst>
            <pc:docMk/>
            <pc:sldMk cId="2319434545" sldId="269"/>
            <ac:picMk id="10" creationId="{9CABF4BA-C5E3-4AD3-8569-F8E6438AA2C8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09:11:33.399" v="2500" actId="20577"/>
        <pc:sldMkLst>
          <pc:docMk/>
          <pc:sldMk cId="244088595" sldId="270"/>
        </pc:sldMkLst>
        <pc:spChg chg="del">
          <ac:chgData name="Javier Buezo" userId="2f4cc0ba-bf10-4d20-86cb-3d6156a79753" providerId="ADAL" clId="{D83DA5DD-CA03-454F-9163-3DB9E5A98611}" dt="2021-10-22T09:06:18.414" v="2455" actId="478"/>
          <ac:spMkLst>
            <pc:docMk/>
            <pc:sldMk cId="244088595" sldId="270"/>
            <ac:spMk id="2" creationId="{806C62F2-53D3-4ACE-8239-B76F1E1D7621}"/>
          </ac:spMkLst>
        </pc:spChg>
        <pc:spChg chg="del">
          <ac:chgData name="Javier Buezo" userId="2f4cc0ba-bf10-4d20-86cb-3d6156a79753" providerId="ADAL" clId="{D83DA5DD-CA03-454F-9163-3DB9E5A98611}" dt="2021-10-22T09:06:19.597" v="2456" actId="478"/>
          <ac:spMkLst>
            <pc:docMk/>
            <pc:sldMk cId="244088595" sldId="270"/>
            <ac:spMk id="3" creationId="{ACDB3AA8-669B-486A-AB46-487A8E2165C0}"/>
          </ac:spMkLst>
        </pc:spChg>
        <pc:spChg chg="add del">
          <ac:chgData name="Javier Buezo" userId="2f4cc0ba-bf10-4d20-86cb-3d6156a79753" providerId="ADAL" clId="{D83DA5DD-CA03-454F-9163-3DB9E5A98611}" dt="2021-10-22T09:07:47.008" v="2468"/>
          <ac:spMkLst>
            <pc:docMk/>
            <pc:sldMk cId="244088595" sldId="270"/>
            <ac:spMk id="8" creationId="{C19354D5-0DA2-4113-9EF1-E818CE7DACA6}"/>
          </ac:spMkLst>
        </pc:spChg>
        <pc:spChg chg="add mod">
          <ac:chgData name="Javier Buezo" userId="2f4cc0ba-bf10-4d20-86cb-3d6156a79753" providerId="ADAL" clId="{D83DA5DD-CA03-454F-9163-3DB9E5A98611}" dt="2021-10-22T09:08:03.467" v="2472" actId="1076"/>
          <ac:spMkLst>
            <pc:docMk/>
            <pc:sldMk cId="244088595" sldId="270"/>
            <ac:spMk id="11" creationId="{133BEE57-6974-4107-B813-10D1B33C7362}"/>
          </ac:spMkLst>
        </pc:spChg>
        <pc:spChg chg="add mod">
          <ac:chgData name="Javier Buezo" userId="2f4cc0ba-bf10-4d20-86cb-3d6156a79753" providerId="ADAL" clId="{D83DA5DD-CA03-454F-9163-3DB9E5A98611}" dt="2021-10-22T09:08:04.942" v="2473" actId="1076"/>
          <ac:spMkLst>
            <pc:docMk/>
            <pc:sldMk cId="244088595" sldId="270"/>
            <ac:spMk id="12" creationId="{A8B48F96-5F85-44F0-A895-7BE2CED1DFD1}"/>
          </ac:spMkLst>
        </pc:spChg>
        <pc:spChg chg="add mod">
          <ac:chgData name="Javier Buezo" userId="2f4cc0ba-bf10-4d20-86cb-3d6156a79753" providerId="ADAL" clId="{D83DA5DD-CA03-454F-9163-3DB9E5A98611}" dt="2021-10-22T09:08:07.136" v="2474" actId="1076"/>
          <ac:spMkLst>
            <pc:docMk/>
            <pc:sldMk cId="244088595" sldId="270"/>
            <ac:spMk id="13" creationId="{1929ADE3-04E7-4F64-BFFB-332C223B05FF}"/>
          </ac:spMkLst>
        </pc:spChg>
        <pc:spChg chg="add mod">
          <ac:chgData name="Javier Buezo" userId="2f4cc0ba-bf10-4d20-86cb-3d6156a79753" providerId="ADAL" clId="{D83DA5DD-CA03-454F-9163-3DB9E5A98611}" dt="2021-10-22T09:11:33.399" v="2500" actId="20577"/>
          <ac:spMkLst>
            <pc:docMk/>
            <pc:sldMk cId="244088595" sldId="270"/>
            <ac:spMk id="14" creationId="{A744E22A-CFB4-4D0E-9B26-EBD5FFA1F4C0}"/>
          </ac:spMkLst>
        </pc:spChg>
        <pc:spChg chg="add mod">
          <ac:chgData name="Javier Buezo" userId="2f4cc0ba-bf10-4d20-86cb-3d6156a79753" providerId="ADAL" clId="{D83DA5DD-CA03-454F-9163-3DB9E5A98611}" dt="2021-10-22T09:08:09.839" v="2475" actId="20577"/>
          <ac:spMkLst>
            <pc:docMk/>
            <pc:sldMk cId="244088595" sldId="270"/>
            <ac:spMk id="15" creationId="{67C4CDC7-5C0F-467B-BE25-274EB8475EE0}"/>
          </ac:spMkLst>
        </pc:spChg>
        <pc:picChg chg="add mod">
          <ac:chgData name="Javier Buezo" userId="2f4cc0ba-bf10-4d20-86cb-3d6156a79753" providerId="ADAL" clId="{D83DA5DD-CA03-454F-9163-3DB9E5A98611}" dt="2021-10-22T09:07:32.849" v="2465" actId="1076"/>
          <ac:picMkLst>
            <pc:docMk/>
            <pc:sldMk cId="244088595" sldId="270"/>
            <ac:picMk id="5" creationId="{8AD2F6F5-9CF4-4EB4-85FE-5479FDD7F814}"/>
          </ac:picMkLst>
        </pc:picChg>
        <pc:picChg chg="add mod">
          <ac:chgData name="Javier Buezo" userId="2f4cc0ba-bf10-4d20-86cb-3d6156a79753" providerId="ADAL" clId="{D83DA5DD-CA03-454F-9163-3DB9E5A98611}" dt="2021-10-22T09:07:34.364" v="2466" actId="1076"/>
          <ac:picMkLst>
            <pc:docMk/>
            <pc:sldMk cId="244088595" sldId="270"/>
            <ac:picMk id="7" creationId="{51EA98E9-0DCE-4964-BCE4-369D27C45403}"/>
          </ac:picMkLst>
        </pc:picChg>
        <pc:picChg chg="add mod">
          <ac:chgData name="Javier Buezo" userId="2f4cc0ba-bf10-4d20-86cb-3d6156a79753" providerId="ADAL" clId="{D83DA5DD-CA03-454F-9163-3DB9E5A98611}" dt="2021-10-22T09:07:54.105" v="2470" actId="1076"/>
          <ac:picMkLst>
            <pc:docMk/>
            <pc:sldMk cId="244088595" sldId="270"/>
            <ac:picMk id="10" creationId="{E5C803AD-16E9-4713-B7D5-16EC78BB6B0E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09:58:27.952" v="3300" actId="115"/>
        <pc:sldMkLst>
          <pc:docMk/>
          <pc:sldMk cId="1254523216" sldId="271"/>
        </pc:sldMkLst>
        <pc:spChg chg="del">
          <ac:chgData name="Javier Buezo" userId="2f4cc0ba-bf10-4d20-86cb-3d6156a79753" providerId="ADAL" clId="{D83DA5DD-CA03-454F-9163-3DB9E5A98611}" dt="2021-10-22T09:08:20.110" v="2477" actId="478"/>
          <ac:spMkLst>
            <pc:docMk/>
            <pc:sldMk cId="1254523216" sldId="271"/>
            <ac:spMk id="2" creationId="{284E930C-880A-43D5-ADCF-191826C719B9}"/>
          </ac:spMkLst>
        </pc:spChg>
        <pc:spChg chg="del">
          <ac:chgData name="Javier Buezo" userId="2f4cc0ba-bf10-4d20-86cb-3d6156a79753" providerId="ADAL" clId="{D83DA5DD-CA03-454F-9163-3DB9E5A98611}" dt="2021-10-22T09:08:21.317" v="2478" actId="478"/>
          <ac:spMkLst>
            <pc:docMk/>
            <pc:sldMk cId="1254523216" sldId="271"/>
            <ac:spMk id="3" creationId="{B83A362E-2DF4-4F7F-98E2-F134350C906A}"/>
          </ac:spMkLst>
        </pc:spChg>
        <pc:spChg chg="add">
          <ac:chgData name="Javier Buezo" userId="2f4cc0ba-bf10-4d20-86cb-3d6156a79753" providerId="ADAL" clId="{D83DA5DD-CA03-454F-9163-3DB9E5A98611}" dt="2021-10-22T09:08:41.067" v="2479"/>
          <ac:spMkLst>
            <pc:docMk/>
            <pc:sldMk cId="1254523216" sldId="271"/>
            <ac:spMk id="4" creationId="{649FF4D2-1193-4BE7-B1D9-B93D9C02440A}"/>
          </ac:spMkLst>
        </pc:spChg>
        <pc:spChg chg="add mod">
          <ac:chgData name="Javier Buezo" userId="2f4cc0ba-bf10-4d20-86cb-3d6156a79753" providerId="ADAL" clId="{D83DA5DD-CA03-454F-9163-3DB9E5A98611}" dt="2021-10-22T09:11:19.663" v="2496"/>
          <ac:spMkLst>
            <pc:docMk/>
            <pc:sldMk cId="1254523216" sldId="271"/>
            <ac:spMk id="13" creationId="{9BF7AC0C-9DE0-428C-84EE-408BA5DAC791}"/>
          </ac:spMkLst>
        </pc:spChg>
        <pc:spChg chg="add mod">
          <ac:chgData name="Javier Buezo" userId="2f4cc0ba-bf10-4d20-86cb-3d6156a79753" providerId="ADAL" clId="{D83DA5DD-CA03-454F-9163-3DB9E5A98611}" dt="2021-10-22T09:11:19.663" v="2496"/>
          <ac:spMkLst>
            <pc:docMk/>
            <pc:sldMk cId="1254523216" sldId="271"/>
            <ac:spMk id="14" creationId="{A38D7576-C291-49EB-8E07-89B3FC457149}"/>
          </ac:spMkLst>
        </pc:spChg>
        <pc:spChg chg="add mod">
          <ac:chgData name="Javier Buezo" userId="2f4cc0ba-bf10-4d20-86cb-3d6156a79753" providerId="ADAL" clId="{D83DA5DD-CA03-454F-9163-3DB9E5A98611}" dt="2021-10-22T09:11:26.086" v="2498" actId="1076"/>
          <ac:spMkLst>
            <pc:docMk/>
            <pc:sldMk cId="1254523216" sldId="271"/>
            <ac:spMk id="15" creationId="{1587CD30-6C1E-4597-870B-BA5E7B1BD95F}"/>
          </ac:spMkLst>
        </pc:spChg>
        <pc:spChg chg="add mod">
          <ac:chgData name="Javier Buezo" userId="2f4cc0ba-bf10-4d20-86cb-3d6156a79753" providerId="ADAL" clId="{D83DA5DD-CA03-454F-9163-3DB9E5A98611}" dt="2021-10-22T09:58:27.952" v="3300" actId="115"/>
          <ac:spMkLst>
            <pc:docMk/>
            <pc:sldMk cId="1254523216" sldId="271"/>
            <ac:spMk id="16" creationId="{E51E7562-358B-4D11-AAC8-745C256416DD}"/>
          </ac:spMkLst>
        </pc:spChg>
        <pc:spChg chg="add mod">
          <ac:chgData name="Javier Buezo" userId="2f4cc0ba-bf10-4d20-86cb-3d6156a79753" providerId="ADAL" clId="{D83DA5DD-CA03-454F-9163-3DB9E5A98611}" dt="2021-10-22T09:11:22.438" v="2497" actId="20577"/>
          <ac:spMkLst>
            <pc:docMk/>
            <pc:sldMk cId="1254523216" sldId="271"/>
            <ac:spMk id="17" creationId="{31E82087-D1C7-454F-A5EF-92654832A4DA}"/>
          </ac:spMkLst>
        </pc:spChg>
        <pc:picChg chg="add del mod">
          <ac:chgData name="Javier Buezo" userId="2f4cc0ba-bf10-4d20-86cb-3d6156a79753" providerId="ADAL" clId="{D83DA5DD-CA03-454F-9163-3DB9E5A98611}" dt="2021-10-22T09:09:25.631" v="2483" actId="478"/>
          <ac:picMkLst>
            <pc:docMk/>
            <pc:sldMk cId="1254523216" sldId="271"/>
            <ac:picMk id="6" creationId="{D02BF896-8016-4ED4-926A-3958DDD4BFF9}"/>
          </ac:picMkLst>
        </pc:picChg>
        <pc:picChg chg="add mod">
          <ac:chgData name="Javier Buezo" userId="2f4cc0ba-bf10-4d20-86cb-3d6156a79753" providerId="ADAL" clId="{D83DA5DD-CA03-454F-9163-3DB9E5A98611}" dt="2021-10-22T09:10:10.336" v="2492" actId="14100"/>
          <ac:picMkLst>
            <pc:docMk/>
            <pc:sldMk cId="1254523216" sldId="271"/>
            <ac:picMk id="8" creationId="{BB5A2868-59C6-46C9-8036-91E121ECB815}"/>
          </ac:picMkLst>
        </pc:picChg>
        <pc:picChg chg="add mod">
          <ac:chgData name="Javier Buezo" userId="2f4cc0ba-bf10-4d20-86cb-3d6156a79753" providerId="ADAL" clId="{D83DA5DD-CA03-454F-9163-3DB9E5A98611}" dt="2021-10-22T09:10:11.652" v="2493" actId="1076"/>
          <ac:picMkLst>
            <pc:docMk/>
            <pc:sldMk cId="1254523216" sldId="271"/>
            <ac:picMk id="10" creationId="{74BE946F-4026-4028-8A69-75E86DB53DB4}"/>
          </ac:picMkLst>
        </pc:picChg>
        <pc:picChg chg="add mod">
          <ac:chgData name="Javier Buezo" userId="2f4cc0ba-bf10-4d20-86cb-3d6156a79753" providerId="ADAL" clId="{D83DA5DD-CA03-454F-9163-3DB9E5A98611}" dt="2021-10-22T09:10:35.391" v="2495" actId="1076"/>
          <ac:picMkLst>
            <pc:docMk/>
            <pc:sldMk cId="1254523216" sldId="271"/>
            <ac:picMk id="12" creationId="{BA370266-F9C0-4B73-AE10-135BA80B5722}"/>
          </ac:picMkLst>
        </pc:picChg>
      </pc:sldChg>
      <pc:sldChg chg="addSp delSp modSp new mod ord">
        <pc:chgData name="Javier Buezo" userId="2f4cc0ba-bf10-4d20-86cb-3d6156a79753" providerId="ADAL" clId="{D83DA5DD-CA03-454F-9163-3DB9E5A98611}" dt="2021-10-22T09:58:51.273" v="3305" actId="115"/>
        <pc:sldMkLst>
          <pc:docMk/>
          <pc:sldMk cId="1478454325" sldId="272"/>
        </pc:sldMkLst>
        <pc:spChg chg="mod">
          <ac:chgData name="Javier Buezo" userId="2f4cc0ba-bf10-4d20-86cb-3d6156a79753" providerId="ADAL" clId="{D83DA5DD-CA03-454F-9163-3DB9E5A98611}" dt="2021-10-22T09:24:03.341" v="2637" actId="20577"/>
          <ac:spMkLst>
            <pc:docMk/>
            <pc:sldMk cId="1478454325" sldId="272"/>
            <ac:spMk id="2" creationId="{CED32DC7-2901-43DA-A68D-C5E11F518096}"/>
          </ac:spMkLst>
        </pc:spChg>
        <pc:spChg chg="del">
          <ac:chgData name="Javier Buezo" userId="2f4cc0ba-bf10-4d20-86cb-3d6156a79753" providerId="ADAL" clId="{D83DA5DD-CA03-454F-9163-3DB9E5A98611}" dt="2021-10-22T09:23:22.378" v="2523" actId="478"/>
          <ac:spMkLst>
            <pc:docMk/>
            <pc:sldMk cId="1478454325" sldId="272"/>
            <ac:spMk id="3" creationId="{353CF767-81E9-4B9D-8CAA-234EC377162E}"/>
          </ac:spMkLst>
        </pc:spChg>
        <pc:spChg chg="add mod">
          <ac:chgData name="Javier Buezo" userId="2f4cc0ba-bf10-4d20-86cb-3d6156a79753" providerId="ADAL" clId="{D83DA5DD-CA03-454F-9163-3DB9E5A98611}" dt="2021-10-22T09:58:51.273" v="3305" actId="115"/>
          <ac:spMkLst>
            <pc:docMk/>
            <pc:sldMk cId="1478454325" sldId="272"/>
            <ac:spMk id="6" creationId="{226E4CCE-8454-4E49-BC6F-A99A92056911}"/>
          </ac:spMkLst>
        </pc:spChg>
        <pc:graphicFrameChg chg="add del mod modGraphic">
          <ac:chgData name="Javier Buezo" userId="2f4cc0ba-bf10-4d20-86cb-3d6156a79753" providerId="ADAL" clId="{D83DA5DD-CA03-454F-9163-3DB9E5A98611}" dt="2021-10-22T09:24:42.197" v="2645" actId="3680"/>
          <ac:graphicFrameMkLst>
            <pc:docMk/>
            <pc:sldMk cId="1478454325" sldId="272"/>
            <ac:graphicFrameMk id="4" creationId="{963D604D-91C6-46E3-A265-0D99A4BE52D0}"/>
          </ac:graphicFrameMkLst>
        </pc:graphicFrameChg>
        <pc:graphicFrameChg chg="add mod modGraphic">
          <ac:chgData name="Javier Buezo" userId="2f4cc0ba-bf10-4d20-86cb-3d6156a79753" providerId="ADAL" clId="{D83DA5DD-CA03-454F-9163-3DB9E5A98611}" dt="2021-10-22T09:58:43.949" v="3303" actId="114"/>
          <ac:graphicFrameMkLst>
            <pc:docMk/>
            <pc:sldMk cId="1478454325" sldId="272"/>
            <ac:graphicFrameMk id="5" creationId="{96BF2AED-1F75-4B16-BD8D-E8194EA8C1B8}"/>
          </ac:graphicFrameMkLst>
        </pc:graphicFrameChg>
      </pc:sldChg>
      <pc:sldChg chg="addSp delSp modSp new mod">
        <pc:chgData name="Javier Buezo" userId="2f4cc0ba-bf10-4d20-86cb-3d6156a79753" providerId="ADAL" clId="{D83DA5DD-CA03-454F-9163-3DB9E5A98611}" dt="2021-10-22T09:58:16.987" v="3296" actId="115"/>
        <pc:sldMkLst>
          <pc:docMk/>
          <pc:sldMk cId="67250331" sldId="273"/>
        </pc:sldMkLst>
        <pc:spChg chg="del">
          <ac:chgData name="Javier Buezo" userId="2f4cc0ba-bf10-4d20-86cb-3d6156a79753" providerId="ADAL" clId="{D83DA5DD-CA03-454F-9163-3DB9E5A98611}" dt="2021-10-22T09:51:28.500" v="3048" actId="478"/>
          <ac:spMkLst>
            <pc:docMk/>
            <pc:sldMk cId="67250331" sldId="273"/>
            <ac:spMk id="2" creationId="{855A3CC8-0F11-49C3-BE07-3FCB199063D8}"/>
          </ac:spMkLst>
        </pc:spChg>
        <pc:spChg chg="del">
          <ac:chgData name="Javier Buezo" userId="2f4cc0ba-bf10-4d20-86cb-3d6156a79753" providerId="ADAL" clId="{D83DA5DD-CA03-454F-9163-3DB9E5A98611}" dt="2021-10-22T09:51:29.300" v="3049" actId="478"/>
          <ac:spMkLst>
            <pc:docMk/>
            <pc:sldMk cId="67250331" sldId="273"/>
            <ac:spMk id="3" creationId="{62E6E1A4-8F45-48F7-92B3-52A8AC2BA4F7}"/>
          </ac:spMkLst>
        </pc:spChg>
        <pc:spChg chg="add del">
          <ac:chgData name="Javier Buezo" userId="2f4cc0ba-bf10-4d20-86cb-3d6156a79753" providerId="ADAL" clId="{D83DA5DD-CA03-454F-9163-3DB9E5A98611}" dt="2021-10-22T09:51:31.540" v="3051" actId="22"/>
          <ac:spMkLst>
            <pc:docMk/>
            <pc:sldMk cId="67250331" sldId="273"/>
            <ac:spMk id="5" creationId="{B39A24BF-0877-4B05-B47E-F13846C2147B}"/>
          </ac:spMkLst>
        </pc:spChg>
        <pc:spChg chg="add del">
          <ac:chgData name="Javier Buezo" userId="2f4cc0ba-bf10-4d20-86cb-3d6156a79753" providerId="ADAL" clId="{D83DA5DD-CA03-454F-9163-3DB9E5A98611}" dt="2021-10-22T09:52:18.973" v="3056"/>
          <ac:spMkLst>
            <pc:docMk/>
            <pc:sldMk cId="67250331" sldId="273"/>
            <ac:spMk id="8" creationId="{0BEC4676-341B-49E5-AADF-04A238771FB1}"/>
          </ac:spMkLst>
        </pc:spChg>
        <pc:spChg chg="add mod">
          <ac:chgData name="Javier Buezo" userId="2f4cc0ba-bf10-4d20-86cb-3d6156a79753" providerId="ADAL" clId="{D83DA5DD-CA03-454F-9163-3DB9E5A98611}" dt="2021-10-22T09:53:35.919" v="3075" actId="1076"/>
          <ac:spMkLst>
            <pc:docMk/>
            <pc:sldMk cId="67250331" sldId="273"/>
            <ac:spMk id="13" creationId="{D24BAA94-99E6-4C43-8395-5717918645BE}"/>
          </ac:spMkLst>
        </pc:spChg>
        <pc:spChg chg="add mod">
          <ac:chgData name="Javier Buezo" userId="2f4cc0ba-bf10-4d20-86cb-3d6156a79753" providerId="ADAL" clId="{D83DA5DD-CA03-454F-9163-3DB9E5A98611}" dt="2021-10-22T09:53:41.829" v="3078" actId="20577"/>
          <ac:spMkLst>
            <pc:docMk/>
            <pc:sldMk cId="67250331" sldId="273"/>
            <ac:spMk id="14" creationId="{4C46BFB6-EE97-443F-B4D7-BF450D9C4A14}"/>
          </ac:spMkLst>
        </pc:spChg>
        <pc:spChg chg="add mod">
          <ac:chgData name="Javier Buezo" userId="2f4cc0ba-bf10-4d20-86cb-3d6156a79753" providerId="ADAL" clId="{D83DA5DD-CA03-454F-9163-3DB9E5A98611}" dt="2021-10-22T09:53:49.188" v="3082" actId="20577"/>
          <ac:spMkLst>
            <pc:docMk/>
            <pc:sldMk cId="67250331" sldId="273"/>
            <ac:spMk id="15" creationId="{A4337CA2-6E12-4784-BE82-B209AB9F8A86}"/>
          </ac:spMkLst>
        </pc:spChg>
        <pc:spChg chg="add mod">
          <ac:chgData name="Javier Buezo" userId="2f4cc0ba-bf10-4d20-86cb-3d6156a79753" providerId="ADAL" clId="{D83DA5DD-CA03-454F-9163-3DB9E5A98611}" dt="2021-10-22T09:58:16.987" v="3296" actId="115"/>
          <ac:spMkLst>
            <pc:docMk/>
            <pc:sldMk cId="67250331" sldId="273"/>
            <ac:spMk id="16" creationId="{FA39AFAC-3819-46A6-A481-FA9E289A728C}"/>
          </ac:spMkLst>
        </pc:spChg>
        <pc:spChg chg="add mod">
          <ac:chgData name="Javier Buezo" userId="2f4cc0ba-bf10-4d20-86cb-3d6156a79753" providerId="ADAL" clId="{D83DA5DD-CA03-454F-9163-3DB9E5A98611}" dt="2021-10-22T09:55:35.082" v="3232" actId="1076"/>
          <ac:spMkLst>
            <pc:docMk/>
            <pc:sldMk cId="67250331" sldId="273"/>
            <ac:spMk id="17" creationId="{0A3E4E1E-96C4-4DDD-B694-350872A17BA9}"/>
          </ac:spMkLst>
        </pc:spChg>
        <pc:picChg chg="add mod">
          <ac:chgData name="Javier Buezo" userId="2f4cc0ba-bf10-4d20-86cb-3d6156a79753" providerId="ADAL" clId="{D83DA5DD-CA03-454F-9163-3DB9E5A98611}" dt="2021-10-22T09:53:24.306" v="3072" actId="1076"/>
          <ac:picMkLst>
            <pc:docMk/>
            <pc:sldMk cId="67250331" sldId="273"/>
            <ac:picMk id="7" creationId="{78558EA2-62B7-45B9-9F7A-107DACB8B1EA}"/>
          </ac:picMkLst>
        </pc:picChg>
        <pc:picChg chg="add mod">
          <ac:chgData name="Javier Buezo" userId="2f4cc0ba-bf10-4d20-86cb-3d6156a79753" providerId="ADAL" clId="{D83DA5DD-CA03-454F-9163-3DB9E5A98611}" dt="2021-10-22T09:53:22.609" v="3071" actId="1076"/>
          <ac:picMkLst>
            <pc:docMk/>
            <pc:sldMk cId="67250331" sldId="273"/>
            <ac:picMk id="10" creationId="{91D1F1ED-20D0-4883-9DE8-ED06F2BB9C62}"/>
          </ac:picMkLst>
        </pc:picChg>
        <pc:picChg chg="add mod">
          <ac:chgData name="Javier Buezo" userId="2f4cc0ba-bf10-4d20-86cb-3d6156a79753" providerId="ADAL" clId="{D83DA5DD-CA03-454F-9163-3DB9E5A98611}" dt="2021-10-22T09:53:19.843" v="3068" actId="1076"/>
          <ac:picMkLst>
            <pc:docMk/>
            <pc:sldMk cId="67250331" sldId="273"/>
            <ac:picMk id="12" creationId="{948401D8-E58F-4E44-B79F-7870E9A29DBC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10:01:13.899" v="3313" actId="1076"/>
        <pc:sldMkLst>
          <pc:docMk/>
          <pc:sldMk cId="3852992122" sldId="274"/>
        </pc:sldMkLst>
        <pc:spChg chg="del">
          <ac:chgData name="Javier Buezo" userId="2f4cc0ba-bf10-4d20-86cb-3d6156a79753" providerId="ADAL" clId="{D83DA5DD-CA03-454F-9163-3DB9E5A98611}" dt="2021-10-22T09:55:49.068" v="3234" actId="478"/>
          <ac:spMkLst>
            <pc:docMk/>
            <pc:sldMk cId="3852992122" sldId="274"/>
            <ac:spMk id="2" creationId="{0EE9001F-A730-4178-B410-41B19C3893EE}"/>
          </ac:spMkLst>
        </pc:spChg>
        <pc:spChg chg="del">
          <ac:chgData name="Javier Buezo" userId="2f4cc0ba-bf10-4d20-86cb-3d6156a79753" providerId="ADAL" clId="{D83DA5DD-CA03-454F-9163-3DB9E5A98611}" dt="2021-10-22T09:55:52.794" v="3235" actId="478"/>
          <ac:spMkLst>
            <pc:docMk/>
            <pc:sldMk cId="3852992122" sldId="274"/>
            <ac:spMk id="3" creationId="{BA4F05F8-3B71-439A-8EC2-212F7A204ED0}"/>
          </ac:spMkLst>
        </pc:spChg>
        <pc:spChg chg="add">
          <ac:chgData name="Javier Buezo" userId="2f4cc0ba-bf10-4d20-86cb-3d6156a79753" providerId="ADAL" clId="{D83DA5DD-CA03-454F-9163-3DB9E5A98611}" dt="2021-10-22T09:56:08.132" v="3236"/>
          <ac:spMkLst>
            <pc:docMk/>
            <pc:sldMk cId="3852992122" sldId="274"/>
            <ac:spMk id="4" creationId="{F063286C-9900-4A82-9FE1-383A7DD190E2}"/>
          </ac:spMkLst>
        </pc:spChg>
        <pc:spChg chg="add mod">
          <ac:chgData name="Javier Buezo" userId="2f4cc0ba-bf10-4d20-86cb-3d6156a79753" providerId="ADAL" clId="{D83DA5DD-CA03-454F-9163-3DB9E5A98611}" dt="2021-10-22T09:56:11.948" v="3237"/>
          <ac:spMkLst>
            <pc:docMk/>
            <pc:sldMk cId="3852992122" sldId="274"/>
            <ac:spMk id="5" creationId="{B3E181AE-66FF-405B-AC52-10544759F411}"/>
          </ac:spMkLst>
        </pc:spChg>
        <pc:spChg chg="add mod">
          <ac:chgData name="Javier Buezo" userId="2f4cc0ba-bf10-4d20-86cb-3d6156a79753" providerId="ADAL" clId="{D83DA5DD-CA03-454F-9163-3DB9E5A98611}" dt="2021-10-22T09:57:43.650" v="3253" actId="1076"/>
          <ac:spMkLst>
            <pc:docMk/>
            <pc:sldMk cId="3852992122" sldId="274"/>
            <ac:spMk id="12" creationId="{7CDED0C9-DE5E-461B-A106-971DEA7E6308}"/>
          </ac:spMkLst>
        </pc:spChg>
        <pc:spChg chg="add mod">
          <ac:chgData name="Javier Buezo" userId="2f4cc0ba-bf10-4d20-86cb-3d6156a79753" providerId="ADAL" clId="{D83DA5DD-CA03-454F-9163-3DB9E5A98611}" dt="2021-10-22T09:57:49.079" v="3256" actId="1076"/>
          <ac:spMkLst>
            <pc:docMk/>
            <pc:sldMk cId="3852992122" sldId="274"/>
            <ac:spMk id="13" creationId="{5B68E179-977B-4087-8223-05C5B505C56B}"/>
          </ac:spMkLst>
        </pc:spChg>
        <pc:spChg chg="add mod">
          <ac:chgData name="Javier Buezo" userId="2f4cc0ba-bf10-4d20-86cb-3d6156a79753" providerId="ADAL" clId="{D83DA5DD-CA03-454F-9163-3DB9E5A98611}" dt="2021-10-22T10:01:13.899" v="3313" actId="1076"/>
          <ac:spMkLst>
            <pc:docMk/>
            <pc:sldMk cId="3852992122" sldId="274"/>
            <ac:spMk id="14" creationId="{DC9A4E96-75CF-4D08-AD60-FC62246287FA}"/>
          </ac:spMkLst>
        </pc:spChg>
        <pc:spChg chg="add mod">
          <ac:chgData name="Javier Buezo" userId="2f4cc0ba-bf10-4d20-86cb-3d6156a79753" providerId="ADAL" clId="{D83DA5DD-CA03-454F-9163-3DB9E5A98611}" dt="2021-10-22T09:58:01.217" v="3276" actId="1076"/>
          <ac:spMkLst>
            <pc:docMk/>
            <pc:sldMk cId="3852992122" sldId="274"/>
            <ac:spMk id="15" creationId="{6BF4DF43-3691-482F-9EBD-09C4A741F684}"/>
          </ac:spMkLst>
        </pc:spChg>
        <pc:spChg chg="add mod">
          <ac:chgData name="Javier Buezo" userId="2f4cc0ba-bf10-4d20-86cb-3d6156a79753" providerId="ADAL" clId="{D83DA5DD-CA03-454F-9163-3DB9E5A98611}" dt="2021-10-22T09:57:56.259" v="3260" actId="20577"/>
          <ac:spMkLst>
            <pc:docMk/>
            <pc:sldMk cId="3852992122" sldId="274"/>
            <ac:spMk id="16" creationId="{AA697358-31BB-403C-8F69-1C5EE02D217E}"/>
          </ac:spMkLst>
        </pc:spChg>
        <pc:picChg chg="add mod">
          <ac:chgData name="Javier Buezo" userId="2f4cc0ba-bf10-4d20-86cb-3d6156a79753" providerId="ADAL" clId="{D83DA5DD-CA03-454F-9163-3DB9E5A98611}" dt="2021-10-22T09:57:41.355" v="3252" actId="1076"/>
          <ac:picMkLst>
            <pc:docMk/>
            <pc:sldMk cId="3852992122" sldId="274"/>
            <ac:picMk id="7" creationId="{A29DA2E7-5DCE-449B-88E0-8FAF8725371D}"/>
          </ac:picMkLst>
        </pc:picChg>
        <pc:picChg chg="add mod">
          <ac:chgData name="Javier Buezo" userId="2f4cc0ba-bf10-4d20-86cb-3d6156a79753" providerId="ADAL" clId="{D83DA5DD-CA03-454F-9163-3DB9E5A98611}" dt="2021-10-22T09:57:44.736" v="3254" actId="1076"/>
          <ac:picMkLst>
            <pc:docMk/>
            <pc:sldMk cId="3852992122" sldId="274"/>
            <ac:picMk id="9" creationId="{181C6CE7-B60C-4091-A8EE-F16709574949}"/>
          </ac:picMkLst>
        </pc:picChg>
        <pc:picChg chg="add mod">
          <ac:chgData name="Javier Buezo" userId="2f4cc0ba-bf10-4d20-86cb-3d6156a79753" providerId="ADAL" clId="{D83DA5DD-CA03-454F-9163-3DB9E5A98611}" dt="2021-10-22T09:57:50.978" v="3257" actId="1076"/>
          <ac:picMkLst>
            <pc:docMk/>
            <pc:sldMk cId="3852992122" sldId="274"/>
            <ac:picMk id="11" creationId="{00B15636-B340-4A50-BFD5-B78B2EB56589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12:35:32.779" v="3577" actId="11529"/>
        <pc:sldMkLst>
          <pc:docMk/>
          <pc:sldMk cId="3875169396" sldId="275"/>
        </pc:sldMkLst>
        <pc:spChg chg="del">
          <ac:chgData name="Javier Buezo" userId="2f4cc0ba-bf10-4d20-86cb-3d6156a79753" providerId="ADAL" clId="{D83DA5DD-CA03-454F-9163-3DB9E5A98611}" dt="2021-10-22T10:34:38.922" v="3318" actId="478"/>
          <ac:spMkLst>
            <pc:docMk/>
            <pc:sldMk cId="3875169396" sldId="275"/>
            <ac:spMk id="2" creationId="{646537C3-0608-44B2-A463-A873EF4301BB}"/>
          </ac:spMkLst>
        </pc:spChg>
        <pc:spChg chg="del">
          <ac:chgData name="Javier Buezo" userId="2f4cc0ba-bf10-4d20-86cb-3d6156a79753" providerId="ADAL" clId="{D83DA5DD-CA03-454F-9163-3DB9E5A98611}" dt="2021-10-22T10:34:38.064" v="3317" actId="478"/>
          <ac:spMkLst>
            <pc:docMk/>
            <pc:sldMk cId="3875169396" sldId="275"/>
            <ac:spMk id="3" creationId="{7116F180-700A-4FD5-A25A-F19756AFE62C}"/>
          </ac:spMkLst>
        </pc:spChg>
        <pc:spChg chg="add mod">
          <ac:chgData name="Javier Buezo" userId="2f4cc0ba-bf10-4d20-86cb-3d6156a79753" providerId="ADAL" clId="{D83DA5DD-CA03-454F-9163-3DB9E5A98611}" dt="2021-10-22T12:26:06.512" v="3393" actId="20577"/>
          <ac:spMkLst>
            <pc:docMk/>
            <pc:sldMk cId="3875169396" sldId="275"/>
            <ac:spMk id="6" creationId="{46D4D890-D4E7-44A8-90BA-94E417528D3F}"/>
          </ac:spMkLst>
        </pc:spChg>
        <pc:spChg chg="add mod">
          <ac:chgData name="Javier Buezo" userId="2f4cc0ba-bf10-4d20-86cb-3d6156a79753" providerId="ADAL" clId="{D83DA5DD-CA03-454F-9163-3DB9E5A98611}" dt="2021-10-22T12:28:13.893" v="3414" actId="1076"/>
          <ac:spMkLst>
            <pc:docMk/>
            <pc:sldMk cId="3875169396" sldId="275"/>
            <ac:spMk id="7" creationId="{5D451376-21B3-494C-8C33-9720F967F7BE}"/>
          </ac:spMkLst>
        </pc:spChg>
        <pc:spChg chg="add mod">
          <ac:chgData name="Javier Buezo" userId="2f4cc0ba-bf10-4d20-86cb-3d6156a79753" providerId="ADAL" clId="{D83DA5DD-CA03-454F-9163-3DB9E5A98611}" dt="2021-10-22T12:35:24.155" v="3576" actId="1076"/>
          <ac:spMkLst>
            <pc:docMk/>
            <pc:sldMk cId="3875169396" sldId="275"/>
            <ac:spMk id="8" creationId="{2EC55060-074D-4B83-8EE7-37CA9FE84598}"/>
          </ac:spMkLst>
        </pc:spChg>
        <pc:graphicFrameChg chg="add mod modGraphic">
          <ac:chgData name="Javier Buezo" userId="2f4cc0ba-bf10-4d20-86cb-3d6156a79753" providerId="ADAL" clId="{D83DA5DD-CA03-454F-9163-3DB9E5A98611}" dt="2021-10-22T12:25:52.948" v="3348" actId="1076"/>
          <ac:graphicFrameMkLst>
            <pc:docMk/>
            <pc:sldMk cId="3875169396" sldId="275"/>
            <ac:graphicFrameMk id="4" creationId="{A49C71CD-F413-4BDB-8370-59A492407DF3}"/>
          </ac:graphicFrameMkLst>
        </pc:graphicFrameChg>
        <pc:graphicFrameChg chg="add mod modGraphic">
          <ac:chgData name="Javier Buezo" userId="2f4cc0ba-bf10-4d20-86cb-3d6156a79753" providerId="ADAL" clId="{D83DA5DD-CA03-454F-9163-3DB9E5A98611}" dt="2021-10-22T12:25:52.948" v="3348" actId="1076"/>
          <ac:graphicFrameMkLst>
            <pc:docMk/>
            <pc:sldMk cId="3875169396" sldId="275"/>
            <ac:graphicFrameMk id="5" creationId="{184CF70E-E4DC-4DCB-B67D-2E4079F18084}"/>
          </ac:graphicFrameMkLst>
        </pc:graphicFrameChg>
        <pc:cxnChg chg="add">
          <ac:chgData name="Javier Buezo" userId="2f4cc0ba-bf10-4d20-86cb-3d6156a79753" providerId="ADAL" clId="{D83DA5DD-CA03-454F-9163-3DB9E5A98611}" dt="2021-10-22T12:35:32.779" v="3577" actId="11529"/>
          <ac:cxnSpMkLst>
            <pc:docMk/>
            <pc:sldMk cId="3875169396" sldId="275"/>
            <ac:cxnSpMk id="10" creationId="{F575FB36-1421-497D-8373-A296F0E8AAA6}"/>
          </ac:cxnSpMkLst>
        </pc:cxnChg>
      </pc:sldChg>
      <pc:sldChg chg="addSp delSp modSp new mod ord">
        <pc:chgData name="Javier Buezo" userId="2f4cc0ba-bf10-4d20-86cb-3d6156a79753" providerId="ADAL" clId="{D83DA5DD-CA03-454F-9163-3DB9E5A98611}" dt="2021-10-22T12:42:31.867" v="3826" actId="1076"/>
        <pc:sldMkLst>
          <pc:docMk/>
          <pc:sldMk cId="2101393505" sldId="276"/>
        </pc:sldMkLst>
        <pc:spChg chg="del">
          <ac:chgData name="Javier Buezo" userId="2f4cc0ba-bf10-4d20-86cb-3d6156a79753" providerId="ADAL" clId="{D83DA5DD-CA03-454F-9163-3DB9E5A98611}" dt="2021-10-22T12:33:34.866" v="3417" actId="478"/>
          <ac:spMkLst>
            <pc:docMk/>
            <pc:sldMk cId="2101393505" sldId="276"/>
            <ac:spMk id="2" creationId="{FF5D54AB-401A-4728-B530-5AF6F3DDD886}"/>
          </ac:spMkLst>
        </pc:spChg>
        <pc:spChg chg="del">
          <ac:chgData name="Javier Buezo" userId="2f4cc0ba-bf10-4d20-86cb-3d6156a79753" providerId="ADAL" clId="{D83DA5DD-CA03-454F-9163-3DB9E5A98611}" dt="2021-10-22T12:33:33.653" v="3416" actId="478"/>
          <ac:spMkLst>
            <pc:docMk/>
            <pc:sldMk cId="2101393505" sldId="276"/>
            <ac:spMk id="3" creationId="{F166A6ED-C3FC-4237-9397-E615305CFF57}"/>
          </ac:spMkLst>
        </pc:spChg>
        <pc:spChg chg="add mod">
          <ac:chgData name="Javier Buezo" userId="2f4cc0ba-bf10-4d20-86cb-3d6156a79753" providerId="ADAL" clId="{D83DA5DD-CA03-454F-9163-3DB9E5A98611}" dt="2021-10-22T12:42:07.747" v="3815" actId="1076"/>
          <ac:spMkLst>
            <pc:docMk/>
            <pc:sldMk cId="2101393505" sldId="276"/>
            <ac:spMk id="6" creationId="{275A626C-A9CC-44A4-BD3B-9C555DBB6300}"/>
          </ac:spMkLst>
        </pc:spChg>
        <pc:spChg chg="add mod">
          <ac:chgData name="Javier Buezo" userId="2f4cc0ba-bf10-4d20-86cb-3d6156a79753" providerId="ADAL" clId="{D83DA5DD-CA03-454F-9163-3DB9E5A98611}" dt="2021-10-22T12:42:20.537" v="3821" actId="1076"/>
          <ac:spMkLst>
            <pc:docMk/>
            <pc:sldMk cId="2101393505" sldId="276"/>
            <ac:spMk id="9" creationId="{53A75C8D-BAA0-42B9-A99C-F00F5EB75250}"/>
          </ac:spMkLst>
        </pc:spChg>
        <pc:spChg chg="add mod">
          <ac:chgData name="Javier Buezo" userId="2f4cc0ba-bf10-4d20-86cb-3d6156a79753" providerId="ADAL" clId="{D83DA5DD-CA03-454F-9163-3DB9E5A98611}" dt="2021-10-22T12:42:27.652" v="3824" actId="1076"/>
          <ac:spMkLst>
            <pc:docMk/>
            <pc:sldMk cId="2101393505" sldId="276"/>
            <ac:spMk id="12" creationId="{3B397C33-2916-4C73-A20A-AEAB46361336}"/>
          </ac:spMkLst>
        </pc:spChg>
        <pc:spChg chg="add">
          <ac:chgData name="Javier Buezo" userId="2f4cc0ba-bf10-4d20-86cb-3d6156a79753" providerId="ADAL" clId="{D83DA5DD-CA03-454F-9163-3DB9E5A98611}" dt="2021-10-22T12:36:42.576" v="3589"/>
          <ac:spMkLst>
            <pc:docMk/>
            <pc:sldMk cId="2101393505" sldId="276"/>
            <ac:spMk id="13" creationId="{E8B59642-25DC-4691-A103-5617C53DFF85}"/>
          </ac:spMkLst>
        </pc:spChg>
        <pc:spChg chg="add mod">
          <ac:chgData name="Javier Buezo" userId="2f4cc0ba-bf10-4d20-86cb-3d6156a79753" providerId="ADAL" clId="{D83DA5DD-CA03-454F-9163-3DB9E5A98611}" dt="2021-10-22T12:39:28.829" v="3657" actId="1076"/>
          <ac:spMkLst>
            <pc:docMk/>
            <pc:sldMk cId="2101393505" sldId="276"/>
            <ac:spMk id="16" creationId="{EE1EF428-4854-4608-8BB1-EBFCFCEADEED}"/>
          </ac:spMkLst>
        </pc:spChg>
        <pc:spChg chg="add mod">
          <ac:chgData name="Javier Buezo" userId="2f4cc0ba-bf10-4d20-86cb-3d6156a79753" providerId="ADAL" clId="{D83DA5DD-CA03-454F-9163-3DB9E5A98611}" dt="2021-10-22T12:39:28.829" v="3657" actId="1076"/>
          <ac:spMkLst>
            <pc:docMk/>
            <pc:sldMk cId="2101393505" sldId="276"/>
            <ac:spMk id="19" creationId="{CCE52059-8D49-4AD8-AB39-33B996B5454C}"/>
          </ac:spMkLst>
        </pc:spChg>
        <pc:spChg chg="add mod">
          <ac:chgData name="Javier Buezo" userId="2f4cc0ba-bf10-4d20-86cb-3d6156a79753" providerId="ADAL" clId="{D83DA5DD-CA03-454F-9163-3DB9E5A98611}" dt="2021-10-22T12:39:31.888" v="3658" actId="1076"/>
          <ac:spMkLst>
            <pc:docMk/>
            <pc:sldMk cId="2101393505" sldId="276"/>
            <ac:spMk id="22" creationId="{8DA08C35-5C9B-440C-91C6-1AD616E4021B}"/>
          </ac:spMkLst>
        </pc:spChg>
        <pc:spChg chg="add mod">
          <ac:chgData name="Javier Buezo" userId="2f4cc0ba-bf10-4d20-86cb-3d6156a79753" providerId="ADAL" clId="{D83DA5DD-CA03-454F-9163-3DB9E5A98611}" dt="2021-10-22T12:41:30.827" v="3788" actId="14100"/>
          <ac:spMkLst>
            <pc:docMk/>
            <pc:sldMk cId="2101393505" sldId="276"/>
            <ac:spMk id="24" creationId="{483CA195-6DEA-4E7B-ACE9-030477C047C2}"/>
          </ac:spMkLst>
        </pc:spChg>
        <pc:spChg chg="add mod">
          <ac:chgData name="Javier Buezo" userId="2f4cc0ba-bf10-4d20-86cb-3d6156a79753" providerId="ADAL" clId="{D83DA5DD-CA03-454F-9163-3DB9E5A98611}" dt="2021-10-22T12:41:37.855" v="3790" actId="1076"/>
          <ac:spMkLst>
            <pc:docMk/>
            <pc:sldMk cId="2101393505" sldId="276"/>
            <ac:spMk id="25" creationId="{9292A72F-BDC2-4329-A260-D0271947CBC5}"/>
          </ac:spMkLst>
        </pc:spChg>
        <pc:spChg chg="add mod">
          <ac:chgData name="Javier Buezo" userId="2f4cc0ba-bf10-4d20-86cb-3d6156a79753" providerId="ADAL" clId="{D83DA5DD-CA03-454F-9163-3DB9E5A98611}" dt="2021-10-22T12:41:57.544" v="3812" actId="1076"/>
          <ac:spMkLst>
            <pc:docMk/>
            <pc:sldMk cId="2101393505" sldId="276"/>
            <ac:spMk id="26" creationId="{EF71AF5C-A5DE-4DA1-A160-52520F7C93B6}"/>
          </ac:spMkLst>
        </pc:spChg>
        <pc:spChg chg="add mod">
          <ac:chgData name="Javier Buezo" userId="2f4cc0ba-bf10-4d20-86cb-3d6156a79753" providerId="ADAL" clId="{D83DA5DD-CA03-454F-9163-3DB9E5A98611}" dt="2021-10-22T12:42:05.262" v="3814" actId="1076"/>
          <ac:spMkLst>
            <pc:docMk/>
            <pc:sldMk cId="2101393505" sldId="276"/>
            <ac:spMk id="27" creationId="{147A52F8-FEED-4336-A80E-E2C4DB525EBD}"/>
          </ac:spMkLst>
        </pc:spChg>
        <pc:spChg chg="add mod">
          <ac:chgData name="Javier Buezo" userId="2f4cc0ba-bf10-4d20-86cb-3d6156a79753" providerId="ADAL" clId="{D83DA5DD-CA03-454F-9163-3DB9E5A98611}" dt="2021-10-22T12:42:11.466" v="3817" actId="1076"/>
          <ac:spMkLst>
            <pc:docMk/>
            <pc:sldMk cId="2101393505" sldId="276"/>
            <ac:spMk id="28" creationId="{9CE7B5B6-E2A1-41B0-BBAA-75D23C172FB1}"/>
          </ac:spMkLst>
        </pc:spChg>
        <pc:spChg chg="add mod">
          <ac:chgData name="Javier Buezo" userId="2f4cc0ba-bf10-4d20-86cb-3d6156a79753" providerId="ADAL" clId="{D83DA5DD-CA03-454F-9163-3DB9E5A98611}" dt="2021-10-22T12:42:17.765" v="3820" actId="1076"/>
          <ac:spMkLst>
            <pc:docMk/>
            <pc:sldMk cId="2101393505" sldId="276"/>
            <ac:spMk id="29" creationId="{A4787923-5C14-4DCC-8E43-446EA97B26EA}"/>
          </ac:spMkLst>
        </pc:spChg>
        <pc:spChg chg="add mod">
          <ac:chgData name="Javier Buezo" userId="2f4cc0ba-bf10-4d20-86cb-3d6156a79753" providerId="ADAL" clId="{D83DA5DD-CA03-454F-9163-3DB9E5A98611}" dt="2021-10-22T12:42:25.306" v="3823" actId="1076"/>
          <ac:spMkLst>
            <pc:docMk/>
            <pc:sldMk cId="2101393505" sldId="276"/>
            <ac:spMk id="30" creationId="{C82F3052-E3E4-4544-B136-717ACAD40F1A}"/>
          </ac:spMkLst>
        </pc:spChg>
        <pc:spChg chg="add mod">
          <ac:chgData name="Javier Buezo" userId="2f4cc0ba-bf10-4d20-86cb-3d6156a79753" providerId="ADAL" clId="{D83DA5DD-CA03-454F-9163-3DB9E5A98611}" dt="2021-10-22T12:42:31.867" v="3826" actId="1076"/>
          <ac:spMkLst>
            <pc:docMk/>
            <pc:sldMk cId="2101393505" sldId="276"/>
            <ac:spMk id="31" creationId="{BF2115FB-1797-4ADB-9CDA-7400FB047895}"/>
          </ac:spMkLst>
        </pc:spChg>
        <pc:picChg chg="add mod">
          <ac:chgData name="Javier Buezo" userId="2f4cc0ba-bf10-4d20-86cb-3d6156a79753" providerId="ADAL" clId="{D83DA5DD-CA03-454F-9163-3DB9E5A98611}" dt="2021-10-22T12:39:13.829" v="3654" actId="1036"/>
          <ac:picMkLst>
            <pc:docMk/>
            <pc:sldMk cId="2101393505" sldId="276"/>
            <ac:picMk id="5" creationId="{DBB8676F-D9C9-4BA8-9348-318F260757A8}"/>
          </ac:picMkLst>
        </pc:picChg>
        <pc:picChg chg="add mod">
          <ac:chgData name="Javier Buezo" userId="2f4cc0ba-bf10-4d20-86cb-3d6156a79753" providerId="ADAL" clId="{D83DA5DD-CA03-454F-9163-3DB9E5A98611}" dt="2021-10-22T12:39:13.829" v="3654" actId="1036"/>
          <ac:picMkLst>
            <pc:docMk/>
            <pc:sldMk cId="2101393505" sldId="276"/>
            <ac:picMk id="8" creationId="{2B80A2BA-695B-43C9-9700-A31EA879CA49}"/>
          </ac:picMkLst>
        </pc:picChg>
        <pc:picChg chg="add mod">
          <ac:chgData name="Javier Buezo" userId="2f4cc0ba-bf10-4d20-86cb-3d6156a79753" providerId="ADAL" clId="{D83DA5DD-CA03-454F-9163-3DB9E5A98611}" dt="2021-10-22T12:39:13.829" v="3654" actId="1036"/>
          <ac:picMkLst>
            <pc:docMk/>
            <pc:sldMk cId="2101393505" sldId="276"/>
            <ac:picMk id="11" creationId="{245CAEFD-8BCB-4C87-A1B0-69A410B93CEF}"/>
          </ac:picMkLst>
        </pc:picChg>
        <pc:picChg chg="add mod">
          <ac:chgData name="Javier Buezo" userId="2f4cc0ba-bf10-4d20-86cb-3d6156a79753" providerId="ADAL" clId="{D83DA5DD-CA03-454F-9163-3DB9E5A98611}" dt="2021-10-22T12:39:13.829" v="3654" actId="1036"/>
          <ac:picMkLst>
            <pc:docMk/>
            <pc:sldMk cId="2101393505" sldId="276"/>
            <ac:picMk id="15" creationId="{F10796C4-C41D-4B32-9A76-B9E9EB1CD4F5}"/>
          </ac:picMkLst>
        </pc:picChg>
        <pc:picChg chg="add mod">
          <ac:chgData name="Javier Buezo" userId="2f4cc0ba-bf10-4d20-86cb-3d6156a79753" providerId="ADAL" clId="{D83DA5DD-CA03-454F-9163-3DB9E5A98611}" dt="2021-10-22T12:39:13.829" v="3654" actId="1036"/>
          <ac:picMkLst>
            <pc:docMk/>
            <pc:sldMk cId="2101393505" sldId="276"/>
            <ac:picMk id="18" creationId="{AD51E906-1C4B-4F7A-BD93-B73D0A6B6E23}"/>
          </ac:picMkLst>
        </pc:picChg>
        <pc:picChg chg="add mod">
          <ac:chgData name="Javier Buezo" userId="2f4cc0ba-bf10-4d20-86cb-3d6156a79753" providerId="ADAL" clId="{D83DA5DD-CA03-454F-9163-3DB9E5A98611}" dt="2021-10-22T12:39:13.829" v="3654" actId="1036"/>
          <ac:picMkLst>
            <pc:docMk/>
            <pc:sldMk cId="2101393505" sldId="276"/>
            <ac:picMk id="21" creationId="{812C604E-ED38-4ADF-83C1-543E4662FDDF}"/>
          </ac:picMkLst>
        </pc:picChg>
      </pc:sldChg>
      <pc:sldChg chg="addSp delSp modSp new mod">
        <pc:chgData name="Javier Buezo" userId="2f4cc0ba-bf10-4d20-86cb-3d6156a79753" providerId="ADAL" clId="{D83DA5DD-CA03-454F-9163-3DB9E5A98611}" dt="2021-10-22T12:40:42.538" v="3765" actId="20577"/>
        <pc:sldMkLst>
          <pc:docMk/>
          <pc:sldMk cId="678714652" sldId="277"/>
        </pc:sldMkLst>
        <pc:spChg chg="del">
          <ac:chgData name="Javier Buezo" userId="2f4cc0ba-bf10-4d20-86cb-3d6156a79753" providerId="ADAL" clId="{D83DA5DD-CA03-454F-9163-3DB9E5A98611}" dt="2021-10-22T12:39:45.741" v="3660" actId="478"/>
          <ac:spMkLst>
            <pc:docMk/>
            <pc:sldMk cId="678714652" sldId="277"/>
            <ac:spMk id="2" creationId="{2EB3E510-941D-4354-AF73-21F21BF8C1C4}"/>
          </ac:spMkLst>
        </pc:spChg>
        <pc:spChg chg="del">
          <ac:chgData name="Javier Buezo" userId="2f4cc0ba-bf10-4d20-86cb-3d6156a79753" providerId="ADAL" clId="{D83DA5DD-CA03-454F-9163-3DB9E5A98611}" dt="2021-10-22T12:39:46.912" v="3661" actId="478"/>
          <ac:spMkLst>
            <pc:docMk/>
            <pc:sldMk cId="678714652" sldId="277"/>
            <ac:spMk id="3" creationId="{0CCDB672-3148-4937-A78F-D5E21A565E94}"/>
          </ac:spMkLst>
        </pc:spChg>
        <pc:spChg chg="add mod">
          <ac:chgData name="Javier Buezo" userId="2f4cc0ba-bf10-4d20-86cb-3d6156a79753" providerId="ADAL" clId="{D83DA5DD-CA03-454F-9163-3DB9E5A98611}" dt="2021-10-22T12:40:42.538" v="3765" actId="20577"/>
          <ac:spMkLst>
            <pc:docMk/>
            <pc:sldMk cId="678714652" sldId="277"/>
            <ac:spMk id="4" creationId="{3F08BCD2-6FB0-467D-8070-3647A92D4669}"/>
          </ac:spMkLst>
        </pc:spChg>
        <pc:cxnChg chg="add">
          <ac:chgData name="Javier Buezo" userId="2f4cc0ba-bf10-4d20-86cb-3d6156a79753" providerId="ADAL" clId="{D83DA5DD-CA03-454F-9163-3DB9E5A98611}" dt="2021-10-22T12:40:39.363" v="3763" actId="11529"/>
          <ac:cxnSpMkLst>
            <pc:docMk/>
            <pc:sldMk cId="678714652" sldId="277"/>
            <ac:cxnSpMk id="6" creationId="{7A8999F2-3798-4548-B98C-26ADE8AE439D}"/>
          </ac:cxnSpMkLst>
        </pc:cxnChg>
      </pc:sldChg>
      <pc:sldChg chg="addSp delSp modSp new del mod">
        <pc:chgData name="Javier Buezo" userId="2f4cc0ba-bf10-4d20-86cb-3d6156a79753" providerId="ADAL" clId="{D83DA5DD-CA03-454F-9163-3DB9E5A98611}" dt="2021-11-09T11:32:12.466" v="3843" actId="2696"/>
        <pc:sldMkLst>
          <pc:docMk/>
          <pc:sldMk cId="2048065890" sldId="278"/>
        </pc:sldMkLst>
        <pc:spChg chg="del">
          <ac:chgData name="Javier Buezo" userId="2f4cc0ba-bf10-4d20-86cb-3d6156a79753" providerId="ADAL" clId="{D83DA5DD-CA03-454F-9163-3DB9E5A98611}" dt="2021-11-09T11:31:45.038" v="3832" actId="478"/>
          <ac:spMkLst>
            <pc:docMk/>
            <pc:sldMk cId="2048065890" sldId="278"/>
            <ac:spMk id="2" creationId="{9AE5DAF5-52B1-4618-A7AA-451C43B77322}"/>
          </ac:spMkLst>
        </pc:spChg>
        <pc:spChg chg="del">
          <ac:chgData name="Javier Buezo" userId="2f4cc0ba-bf10-4d20-86cb-3d6156a79753" providerId="ADAL" clId="{D83DA5DD-CA03-454F-9163-3DB9E5A98611}" dt="2021-11-09T11:31:46.354" v="3833" actId="478"/>
          <ac:spMkLst>
            <pc:docMk/>
            <pc:sldMk cId="2048065890" sldId="278"/>
            <ac:spMk id="3" creationId="{38498B4F-2E96-46B8-851C-DA37310904CD}"/>
          </ac:spMkLst>
        </pc:spChg>
        <pc:graphicFrameChg chg="add mod">
          <ac:chgData name="Javier Buezo" userId="2f4cc0ba-bf10-4d20-86cb-3d6156a79753" providerId="ADAL" clId="{D83DA5DD-CA03-454F-9163-3DB9E5A98611}" dt="2021-11-09T11:32:03.299" v="3842" actId="1076"/>
          <ac:graphicFrameMkLst>
            <pc:docMk/>
            <pc:sldMk cId="2048065890" sldId="278"/>
            <ac:graphicFrameMk id="4" creationId="{25FA7749-8C90-499F-AD64-B890FEAE0BA1}"/>
          </ac:graphicFrameMkLst>
        </pc:graphicFrameChg>
        <pc:graphicFrameChg chg="add mod">
          <ac:chgData name="Javier Buezo" userId="2f4cc0ba-bf10-4d20-86cb-3d6156a79753" providerId="ADAL" clId="{D83DA5DD-CA03-454F-9163-3DB9E5A98611}" dt="2021-11-09T11:31:58.879" v="3840" actId="1076"/>
          <ac:graphicFrameMkLst>
            <pc:docMk/>
            <pc:sldMk cId="2048065890" sldId="278"/>
            <ac:graphicFrameMk id="5" creationId="{15A6E714-468F-45AD-940F-DA19F7D6B977}"/>
          </ac:graphicFrameMkLst>
        </pc:graphicFrameChg>
        <pc:graphicFrameChg chg="add mod">
          <ac:chgData name="Javier Buezo" userId="2f4cc0ba-bf10-4d20-86cb-3d6156a79753" providerId="ADAL" clId="{D83DA5DD-CA03-454F-9163-3DB9E5A98611}" dt="2021-11-09T11:32:01.509" v="3841" actId="1076"/>
          <ac:graphicFrameMkLst>
            <pc:docMk/>
            <pc:sldMk cId="2048065890" sldId="278"/>
            <ac:graphicFrameMk id="6" creationId="{3F5C3D8D-7E22-4958-8C65-15098426448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unavarra-my.sharepoint.com/personal/javier_buezo_unavarra_es/Documents/DeWood%20Project/Respiration%20Campaign%20July%202021/Results%20CSV/Results%20Summarize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 cm</a:t>
            </a:r>
          </a:p>
        </c:rich>
      </c:tx>
      <c:layout>
        <c:manualLayout>
          <c:xMode val="edge"/>
          <c:yMode val="edge"/>
          <c:x val="0.23076696522009377"/>
          <c:y val="4.53332790551202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7.0048978633318257E-2"/>
          <c:y val="8.9956792215914794E-2"/>
          <c:w val="0.37961815758371004"/>
          <c:h val="0.3291755644681536"/>
        </c:manualLayout>
      </c:layout>
      <c:barChart>
        <c:barDir val="col"/>
        <c:grouping val="clustered"/>
        <c:varyColors val="0"/>
        <c:ser>
          <c:idx val="0"/>
          <c:order val="0"/>
          <c:tx>
            <c:v>Abies alba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alba'!$R$2:$R$4</c:f>
                <c:numCache>
                  <c:formatCode>General</c:formatCode>
                  <c:ptCount val="3"/>
                  <c:pt idx="0">
                    <c:v>4.9878686191606493E-2</c:v>
                  </c:pt>
                  <c:pt idx="1">
                    <c:v>3.7406343274507939E-2</c:v>
                  </c:pt>
                  <c:pt idx="2">
                    <c:v>3.5826606594949705E-2</c:v>
                  </c:pt>
                </c:numCache>
              </c:numRef>
            </c:plus>
            <c:minus>
              <c:numRef>
                <c:f>'Abies alba'!$R$2:$R$4</c:f>
                <c:numCache>
                  <c:formatCode>General</c:formatCode>
                  <c:ptCount val="3"/>
                  <c:pt idx="0">
                    <c:v>4.9878686191606493E-2</c:v>
                  </c:pt>
                  <c:pt idx="1">
                    <c:v>3.7406343274507939E-2</c:v>
                  </c:pt>
                  <c:pt idx="2">
                    <c:v>3.5826606594949705E-2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alba'!$G$2:$G$4</c:f>
              <c:numCache>
                <c:formatCode>General</c:formatCode>
                <c:ptCount val="3"/>
                <c:pt idx="0">
                  <c:v>0.61022252565162005</c:v>
                </c:pt>
                <c:pt idx="1">
                  <c:v>0.27424808741363099</c:v>
                </c:pt>
                <c:pt idx="2">
                  <c:v>0.18537639234516801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3B-4E4D-ABCD-2EBCD19EF0D3}"/>
            </c:ext>
          </c:extLst>
        </c:ser>
        <c:ser>
          <c:idx val="1"/>
          <c:order val="1"/>
          <c:tx>
            <c:v>Fagus sylvatica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alba'!$R$13:$R$15</c:f>
                <c:numCache>
                  <c:formatCode>General</c:formatCode>
                  <c:ptCount val="3"/>
                  <c:pt idx="0">
                    <c:v>9.0679749883059949E-2</c:v>
                  </c:pt>
                  <c:pt idx="1">
                    <c:v>0.21951912487465036</c:v>
                  </c:pt>
                  <c:pt idx="2">
                    <c:v>4.5636010457916064E-2</c:v>
                  </c:pt>
                </c:numCache>
              </c:numRef>
            </c:plus>
            <c:minus>
              <c:numRef>
                <c:f>'Abies alba'!$R$13:$R$15</c:f>
                <c:numCache>
                  <c:formatCode>General</c:formatCode>
                  <c:ptCount val="3"/>
                  <c:pt idx="0">
                    <c:v>9.0679749883059949E-2</c:v>
                  </c:pt>
                  <c:pt idx="1">
                    <c:v>0.21951912487465036</c:v>
                  </c:pt>
                  <c:pt idx="2">
                    <c:v>4.5636010457916064E-2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alba'!$G$13:$G$15</c:f>
              <c:numCache>
                <c:formatCode>General</c:formatCode>
                <c:ptCount val="3"/>
                <c:pt idx="0">
                  <c:v>0.71650831672086102</c:v>
                </c:pt>
                <c:pt idx="1">
                  <c:v>1.95589565836888</c:v>
                </c:pt>
                <c:pt idx="2">
                  <c:v>0.18598646169831501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3B-4E4D-ABCD-2EBCD19EF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Respiration</a:t>
                </a:r>
                <a:r>
                  <a:rPr lang="es-ES" dirty="0"/>
                  <a:t> µM CO</a:t>
                </a:r>
                <a:r>
                  <a:rPr lang="es-ES" strike="noStrike" baseline="-25000" dirty="0"/>
                  <a:t>2</a:t>
                </a:r>
                <a:r>
                  <a:rPr lang="es-ES" dirty="0"/>
                  <a:t>/s * cm</a:t>
                </a:r>
                <a:r>
                  <a:rPr lang="es-ES" baseline="30000" dirty="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10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alba'!$R$5:$R$7</c:f>
                <c:numCache>
                  <c:formatCode>General</c:formatCode>
                  <c:ptCount val="3"/>
                  <c:pt idx="0">
                    <c:v>0.1066888246050457</c:v>
                  </c:pt>
                  <c:pt idx="1">
                    <c:v>0.1481196080905412</c:v>
                  </c:pt>
                  <c:pt idx="2">
                    <c:v>0.20313633262398517</c:v>
                  </c:pt>
                </c:numCache>
              </c:numRef>
            </c:plus>
            <c:minus>
              <c:numRef>
                <c:f>'Abies alba'!$R$5:$R$7</c:f>
                <c:numCache>
                  <c:formatCode>General</c:formatCode>
                  <c:ptCount val="3"/>
                  <c:pt idx="0">
                    <c:v>0.1066888246050457</c:v>
                  </c:pt>
                  <c:pt idx="1">
                    <c:v>0.1481196080905412</c:v>
                  </c:pt>
                  <c:pt idx="2">
                    <c:v>0.20313633262398517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alba'!$G$5:$G$7</c:f>
              <c:numCache>
                <c:formatCode>General</c:formatCode>
                <c:ptCount val="3"/>
                <c:pt idx="0">
                  <c:v>1.4838326804317501</c:v>
                </c:pt>
                <c:pt idx="1">
                  <c:v>1.4213115020763201</c:v>
                </c:pt>
                <c:pt idx="2">
                  <c:v>2.8009124601355402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C2-4480-8EE6-4521B171A499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alba'!$R$16:$R$18</c:f>
                <c:numCache>
                  <c:formatCode>General</c:formatCode>
                  <c:ptCount val="3"/>
                  <c:pt idx="0">
                    <c:v>0.32230233297667921</c:v>
                  </c:pt>
                  <c:pt idx="1">
                    <c:v>0.61909059994295013</c:v>
                  </c:pt>
                  <c:pt idx="2">
                    <c:v>0.47817310989387801</c:v>
                  </c:pt>
                </c:numCache>
              </c:numRef>
            </c:plus>
            <c:minus>
              <c:numRef>
                <c:f>'Abies alba'!$R$16:$R$18</c:f>
                <c:numCache>
                  <c:formatCode>General</c:formatCode>
                  <c:ptCount val="3"/>
                  <c:pt idx="0">
                    <c:v>0.32230233297667921</c:v>
                  </c:pt>
                  <c:pt idx="1">
                    <c:v>0.61909059994295013</c:v>
                  </c:pt>
                  <c:pt idx="2">
                    <c:v>0.47817310989387801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alba'!$G$16:$G$18</c:f>
              <c:numCache>
                <c:formatCode>General</c:formatCode>
                <c:ptCount val="3"/>
                <c:pt idx="0">
                  <c:v>5.3136247274904598</c:v>
                </c:pt>
                <c:pt idx="1">
                  <c:v>8.5548395718233508</c:v>
                </c:pt>
                <c:pt idx="2">
                  <c:v>5.6478767460930497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C2-4480-8EE6-4521B171A4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Respiration µM CO</a:t>
                </a:r>
                <a:r>
                  <a:rPr lang="es-ES" strike="noStrike" baseline="-25000"/>
                  <a:t>2</a:t>
                </a:r>
                <a:r>
                  <a:rPr lang="es-ES"/>
                  <a:t>/s * cm</a:t>
                </a:r>
                <a:r>
                  <a:rPr lang="es-ES" baseline="3000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25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alba'!$R$8:$R$10</c:f>
                <c:numCache>
                  <c:formatCode>General</c:formatCode>
                  <c:ptCount val="3"/>
                  <c:pt idx="0">
                    <c:v>10.628231941213206</c:v>
                  </c:pt>
                  <c:pt idx="1">
                    <c:v>7.5628705985216849</c:v>
                  </c:pt>
                  <c:pt idx="2">
                    <c:v>5.9938865531687666</c:v>
                  </c:pt>
                </c:numCache>
              </c:numRef>
            </c:plus>
            <c:minus>
              <c:numRef>
                <c:f>'Abies alba'!$R$8:$R$10</c:f>
                <c:numCache>
                  <c:formatCode>General</c:formatCode>
                  <c:ptCount val="3"/>
                  <c:pt idx="0">
                    <c:v>10.628231941213206</c:v>
                  </c:pt>
                  <c:pt idx="1">
                    <c:v>7.5628705985216849</c:v>
                  </c:pt>
                  <c:pt idx="2">
                    <c:v>5.9938865531687666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alba'!$G$8:$G$10</c:f>
              <c:numCache>
                <c:formatCode>General</c:formatCode>
                <c:ptCount val="3"/>
                <c:pt idx="0">
                  <c:v>55.4899262530461</c:v>
                </c:pt>
                <c:pt idx="1">
                  <c:v>45.6559948848668</c:v>
                </c:pt>
                <c:pt idx="2">
                  <c:v>45.327019695752703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6A-49FD-8E1F-EB9C3783A40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alba'!$R$19:$R$21</c:f>
                <c:numCache>
                  <c:formatCode>General</c:formatCode>
                  <c:ptCount val="3"/>
                  <c:pt idx="0">
                    <c:v>4.3424672889799627</c:v>
                  </c:pt>
                  <c:pt idx="1">
                    <c:v>5.6238561573793717</c:v>
                  </c:pt>
                  <c:pt idx="2">
                    <c:v>6.6265448413209507</c:v>
                  </c:pt>
                </c:numCache>
              </c:numRef>
            </c:plus>
            <c:minus>
              <c:numRef>
                <c:f>'Abies alba'!$R$19:$R$21</c:f>
                <c:numCache>
                  <c:formatCode>General</c:formatCode>
                  <c:ptCount val="3"/>
                  <c:pt idx="0">
                    <c:v>4.3424672889799627</c:v>
                  </c:pt>
                  <c:pt idx="1">
                    <c:v>5.6238561573793717</c:v>
                  </c:pt>
                  <c:pt idx="2">
                    <c:v>6.6265448413209507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alba'!$G$19:$G$21</c:f>
              <c:numCache>
                <c:formatCode>General</c:formatCode>
                <c:ptCount val="3"/>
                <c:pt idx="0">
                  <c:v>25.052847298932701</c:v>
                </c:pt>
                <c:pt idx="1">
                  <c:v>75.628443600718001</c:v>
                </c:pt>
                <c:pt idx="2">
                  <c:v>57.978504870044297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6A-49FD-8E1F-EB9C3783A4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Respiration µM CO</a:t>
                </a:r>
                <a:r>
                  <a:rPr lang="es-ES" strike="noStrike" baseline="-25000"/>
                  <a:t>2</a:t>
                </a:r>
                <a:r>
                  <a:rPr lang="es-ES"/>
                  <a:t>/s * cm</a:t>
                </a:r>
                <a:r>
                  <a:rPr lang="es-ES" baseline="30000"/>
                  <a:t>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 cm</a:t>
            </a:r>
          </a:p>
        </c:rich>
      </c:tx>
      <c:layout>
        <c:manualLayout>
          <c:xMode val="edge"/>
          <c:yMode val="edge"/>
          <c:x val="0.21564332573476952"/>
          <c:y val="2.02206404415572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5.4955365688134063E-2"/>
          <c:y val="7.2311993315358813E-2"/>
          <c:w val="0.39688308072458978"/>
          <c:h val="0.34396058849527567"/>
        </c:manualLayout>
      </c:layout>
      <c:barChart>
        <c:barDir val="col"/>
        <c:grouping val="clustered"/>
        <c:varyColors val="0"/>
        <c:ser>
          <c:idx val="0"/>
          <c:order val="0"/>
          <c:tx>
            <c:v>Abies alba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alba'!$N$2:$N$4</c:f>
                <c:numCache>
                  <c:formatCode>General</c:formatCode>
                  <c:ptCount val="3"/>
                  <c:pt idx="0">
                    <c:v>0.14818796286387159</c:v>
                  </c:pt>
                  <c:pt idx="1">
                    <c:v>0.39896877780510054</c:v>
                  </c:pt>
                  <c:pt idx="2">
                    <c:v>1.1094076107891351</c:v>
                  </c:pt>
                </c:numCache>
              </c:numRef>
            </c:plus>
            <c:minus>
              <c:numRef>
                <c:f>'Abies alba'!$N$2:$N$4</c:f>
                <c:numCache>
                  <c:formatCode>General</c:formatCode>
                  <c:ptCount val="3"/>
                  <c:pt idx="0">
                    <c:v>0.14818796286387159</c:v>
                  </c:pt>
                  <c:pt idx="1">
                    <c:v>0.39896877780510054</c:v>
                  </c:pt>
                  <c:pt idx="2">
                    <c:v>1.1094076107891351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alba'!$C$2:$C$4</c:f>
              <c:numCache>
                <c:formatCode>General</c:formatCode>
                <c:ptCount val="3"/>
                <c:pt idx="0">
                  <c:v>99.391304347826093</c:v>
                </c:pt>
                <c:pt idx="1">
                  <c:v>97.768292682926798</c:v>
                </c:pt>
                <c:pt idx="2">
                  <c:v>92.792682926829301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3C-4934-ABBD-0D8F6022CDD7}"/>
            </c:ext>
          </c:extLst>
        </c:ser>
        <c:ser>
          <c:idx val="1"/>
          <c:order val="1"/>
          <c:tx>
            <c:v>Fagus sylvatica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alba'!$N$13:$N$15</c:f>
                <c:numCache>
                  <c:formatCode>General</c:formatCode>
                  <c:ptCount val="3"/>
                  <c:pt idx="0">
                    <c:v>0.21392332137907241</c:v>
                  </c:pt>
                  <c:pt idx="1">
                    <c:v>0.45482140071776755</c:v>
                  </c:pt>
                  <c:pt idx="2">
                    <c:v>2.8056711969481776</c:v>
                  </c:pt>
                </c:numCache>
              </c:numRef>
            </c:plus>
            <c:minus>
              <c:numRef>
                <c:f>'Abies alba'!$N$13:$N$15</c:f>
                <c:numCache>
                  <c:formatCode>General</c:formatCode>
                  <c:ptCount val="3"/>
                  <c:pt idx="0">
                    <c:v>0.21392332137907241</c:v>
                  </c:pt>
                  <c:pt idx="1">
                    <c:v>0.45482140071776755</c:v>
                  </c:pt>
                  <c:pt idx="2">
                    <c:v>2.8056711969481776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'Abies alba'!$C$13:$C$15</c:f>
              <c:numCache>
                <c:formatCode>General</c:formatCode>
                <c:ptCount val="3"/>
                <c:pt idx="0">
                  <c:v>98.9444444444444</c:v>
                </c:pt>
                <c:pt idx="1">
                  <c:v>97.223684210526301</c:v>
                </c:pt>
                <c:pt idx="2">
                  <c:v>49.362499999999997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3C-4934-ABBD-0D8F6022CD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  <c:max val="100"/>
          <c:min val="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Bark (%)</a:t>
                </a:r>
                <a:endParaRPr lang="es-ES" baseline="30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10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alba'!$N$5:$N$7</c:f>
                <c:numCache>
                  <c:formatCode>General</c:formatCode>
                  <c:ptCount val="3"/>
                  <c:pt idx="0">
                    <c:v>0.37327391730297649</c:v>
                  </c:pt>
                  <c:pt idx="1">
                    <c:v>0.25375208564215163</c:v>
                  </c:pt>
                  <c:pt idx="2">
                    <c:v>0.75844191017732177</c:v>
                  </c:pt>
                </c:numCache>
              </c:numRef>
            </c:plus>
            <c:minus>
              <c:numRef>
                <c:f>'Abies alba'!$N$5:$N$7</c:f>
                <c:numCache>
                  <c:formatCode>General</c:formatCode>
                  <c:ptCount val="3"/>
                  <c:pt idx="0">
                    <c:v>0.37327391730297649</c:v>
                  </c:pt>
                  <c:pt idx="1">
                    <c:v>0.25375208564215163</c:v>
                  </c:pt>
                  <c:pt idx="2">
                    <c:v>0.75844191017732177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alba'!$C$5:$C$7</c:f>
              <c:numCache>
                <c:formatCode>General</c:formatCode>
                <c:ptCount val="3"/>
                <c:pt idx="0">
                  <c:v>97.15625</c:v>
                </c:pt>
                <c:pt idx="1">
                  <c:v>98.0625</c:v>
                </c:pt>
                <c:pt idx="2">
                  <c:v>91.0322580645161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5E-4018-886B-CAA35EEA4657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alba'!$N$16:$N$18</c:f>
                <c:numCache>
                  <c:formatCode>General</c:formatCode>
                  <c:ptCount val="3"/>
                  <c:pt idx="0">
                    <c:v>0.5579847883380944</c:v>
                  </c:pt>
                  <c:pt idx="1">
                    <c:v>0.22861961748518489</c:v>
                  </c:pt>
                  <c:pt idx="2">
                    <c:v>1.3741605829350179</c:v>
                  </c:pt>
                </c:numCache>
              </c:numRef>
            </c:plus>
            <c:minus>
              <c:numRef>
                <c:f>'Abies alba'!$N$16:$N$18</c:f>
                <c:numCache>
                  <c:formatCode>General</c:formatCode>
                  <c:ptCount val="3"/>
                  <c:pt idx="0">
                    <c:v>0.5579847883380944</c:v>
                  </c:pt>
                  <c:pt idx="1">
                    <c:v>0.22861961748518489</c:v>
                  </c:pt>
                  <c:pt idx="2">
                    <c:v>1.3741605829350179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'Abies alba'!$C$16:$C$18</c:f>
              <c:numCache>
                <c:formatCode>General</c:formatCode>
                <c:ptCount val="3"/>
                <c:pt idx="0">
                  <c:v>96.923076923076906</c:v>
                </c:pt>
                <c:pt idx="1">
                  <c:v>98.267857142857096</c:v>
                </c:pt>
                <c:pt idx="2">
                  <c:v>78.174999999999997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5E-4018-886B-CAA35EEA4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baseline="30000"/>
                  <a:t>Bark</a:t>
                </a:r>
                <a:r>
                  <a:rPr lang="es-ES" baseline="0"/>
                  <a:t> (%)</a:t>
                </a:r>
                <a:endParaRPr lang="es-ES" baseline="30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25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alba'!$N$8:$N$10</c:f>
                <c:numCache>
                  <c:formatCode>General</c:formatCode>
                  <c:ptCount val="3"/>
                  <c:pt idx="0">
                    <c:v>0.6115986209776747</c:v>
                  </c:pt>
                  <c:pt idx="1">
                    <c:v>0.27942790460647537</c:v>
                  </c:pt>
                  <c:pt idx="2">
                    <c:v>2.1911065116150659</c:v>
                  </c:pt>
                </c:numCache>
              </c:numRef>
            </c:plus>
            <c:minus>
              <c:numRef>
                <c:f>'Abies alba'!$N$8:$N$10</c:f>
                <c:numCache>
                  <c:formatCode>General</c:formatCode>
                  <c:ptCount val="3"/>
                  <c:pt idx="0">
                    <c:v>0.6115986209776747</c:v>
                  </c:pt>
                  <c:pt idx="1">
                    <c:v>0.27942790460647537</c:v>
                  </c:pt>
                  <c:pt idx="2">
                    <c:v>2.1911065116150659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alba'!$C$8:$C$10</c:f>
              <c:numCache>
                <c:formatCode>General</c:formatCode>
                <c:ptCount val="3"/>
                <c:pt idx="0">
                  <c:v>96.738095238095198</c:v>
                </c:pt>
                <c:pt idx="1">
                  <c:v>96.772727272727295</c:v>
                </c:pt>
                <c:pt idx="2">
                  <c:v>78.813953488372107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69-4A52-922B-D34EB1B2985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alba'!$N$19:$N$21</c:f>
                <c:numCache>
                  <c:formatCode>General</c:formatCode>
                  <c:ptCount val="3"/>
                  <c:pt idx="0">
                    <c:v>0.47555818079107515</c:v>
                  </c:pt>
                  <c:pt idx="1">
                    <c:v>1.4592618800984256</c:v>
                  </c:pt>
                  <c:pt idx="2">
                    <c:v>3.3709677650461796</c:v>
                  </c:pt>
                </c:numCache>
              </c:numRef>
            </c:plus>
            <c:minus>
              <c:numRef>
                <c:f>'Abies alba'!$N$19:$N$21</c:f>
                <c:numCache>
                  <c:formatCode>General</c:formatCode>
                  <c:ptCount val="3"/>
                  <c:pt idx="0">
                    <c:v>0.47555818079107515</c:v>
                  </c:pt>
                  <c:pt idx="1">
                    <c:v>1.4592618800984256</c:v>
                  </c:pt>
                  <c:pt idx="2">
                    <c:v>3.3709677650461796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'Abies alba'!$C$19:$C$21</c:f>
              <c:numCache>
                <c:formatCode>General</c:formatCode>
                <c:ptCount val="3"/>
                <c:pt idx="0">
                  <c:v>97.840909090909093</c:v>
                </c:pt>
                <c:pt idx="1">
                  <c:v>91</c:v>
                </c:pt>
                <c:pt idx="2">
                  <c:v>53.026315789473699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69-4A52-922B-D34EB1B298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Bark (%)</a:t>
                </a:r>
                <a:endParaRPr lang="es-ES" baseline="30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alba'!$O$2:$O$4</c:f>
                <c:numCache>
                  <c:formatCode>General</c:formatCode>
                  <c:ptCount val="3"/>
                  <c:pt idx="0">
                    <c:v>2.8464874111343317</c:v>
                  </c:pt>
                  <c:pt idx="1">
                    <c:v>4.1055903066615764</c:v>
                  </c:pt>
                  <c:pt idx="2">
                    <c:v>3.3247574354307323</c:v>
                  </c:pt>
                </c:numCache>
              </c:numRef>
            </c:plus>
            <c:minus>
              <c:numRef>
                <c:f>'Abies alba'!$O$2:$O$4</c:f>
                <c:numCache>
                  <c:formatCode>General</c:formatCode>
                  <c:ptCount val="3"/>
                  <c:pt idx="0">
                    <c:v>2.8464874111343317</c:v>
                  </c:pt>
                  <c:pt idx="1">
                    <c:v>4.1055903066615764</c:v>
                  </c:pt>
                  <c:pt idx="2">
                    <c:v>3.3247574354307323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alba'!$D$2:$D$4</c:f>
              <c:numCache>
                <c:formatCode>General</c:formatCode>
                <c:ptCount val="3"/>
                <c:pt idx="0">
                  <c:v>32.208509007382503</c:v>
                </c:pt>
                <c:pt idx="1">
                  <c:v>43.651711562267302</c:v>
                </c:pt>
                <c:pt idx="2">
                  <c:v>37.717703412271298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02-4E0F-950C-5C89416DB61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alba'!$O$13:$O$15</c:f>
                <c:numCache>
                  <c:formatCode>General</c:formatCode>
                  <c:ptCount val="3"/>
                  <c:pt idx="0">
                    <c:v>2.7060725794310678</c:v>
                  </c:pt>
                  <c:pt idx="1">
                    <c:v>2.1079510816329088</c:v>
                  </c:pt>
                  <c:pt idx="2">
                    <c:v>1.9405402336151603</c:v>
                  </c:pt>
                </c:numCache>
              </c:numRef>
            </c:plus>
            <c:minus>
              <c:numRef>
                <c:f>'Abies alba'!$O$13:$O$15</c:f>
                <c:numCache>
                  <c:formatCode>General</c:formatCode>
                  <c:ptCount val="3"/>
                  <c:pt idx="0">
                    <c:v>2.7060725794310678</c:v>
                  </c:pt>
                  <c:pt idx="1">
                    <c:v>2.1079510816329088</c:v>
                  </c:pt>
                  <c:pt idx="2">
                    <c:v>1.9405402336151603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'Abies alba'!$D$13:$D$15</c:f>
              <c:numCache>
                <c:formatCode>General</c:formatCode>
                <c:ptCount val="3"/>
                <c:pt idx="0">
                  <c:v>35.385961109029303</c:v>
                </c:pt>
                <c:pt idx="1">
                  <c:v>36.105753913529398</c:v>
                </c:pt>
                <c:pt idx="2">
                  <c:v>31.370900476081701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02-4E0F-950C-5C89416DB6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Water content (%)</a:t>
                </a:r>
                <a:endParaRPr lang="es-ES" baseline="30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10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alba'!$O$5:$O$7</c:f>
                <c:numCache>
                  <c:formatCode>General</c:formatCode>
                  <c:ptCount val="3"/>
                  <c:pt idx="0">
                    <c:v>3.4815692857829439</c:v>
                  </c:pt>
                  <c:pt idx="1">
                    <c:v>4.8442120177328976</c:v>
                  </c:pt>
                  <c:pt idx="2">
                    <c:v>1.4263024959675472</c:v>
                  </c:pt>
                </c:numCache>
              </c:numRef>
            </c:plus>
            <c:minus>
              <c:numRef>
                <c:f>'Abies alba'!$O$5:$O$7</c:f>
                <c:numCache>
                  <c:formatCode>General</c:formatCode>
                  <c:ptCount val="3"/>
                  <c:pt idx="0">
                    <c:v>3.4815692857829439</c:v>
                  </c:pt>
                  <c:pt idx="1">
                    <c:v>4.8442120177328976</c:v>
                  </c:pt>
                  <c:pt idx="2">
                    <c:v>1.4263024959675472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alba'!$D$5:$D$7</c:f>
              <c:numCache>
                <c:formatCode>General</c:formatCode>
                <c:ptCount val="3"/>
                <c:pt idx="0">
                  <c:v>45.382291558798201</c:v>
                </c:pt>
                <c:pt idx="1">
                  <c:v>40.975078387808701</c:v>
                </c:pt>
                <c:pt idx="2">
                  <c:v>44.686583176114603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DD-448F-8D00-A29062F55BB6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alba'!$O$16:$O$18</c:f>
                <c:numCache>
                  <c:formatCode>General</c:formatCode>
                  <c:ptCount val="3"/>
                  <c:pt idx="0">
                    <c:v>2.0603204217880617</c:v>
                  </c:pt>
                  <c:pt idx="1">
                    <c:v>2.198999116043225</c:v>
                  </c:pt>
                  <c:pt idx="2">
                    <c:v>3.04039444586593</c:v>
                  </c:pt>
                </c:numCache>
              </c:numRef>
            </c:plus>
            <c:minus>
              <c:numRef>
                <c:f>'Abies alba'!$O$16:$O$18</c:f>
                <c:numCache>
                  <c:formatCode>General</c:formatCode>
                  <c:ptCount val="3"/>
                  <c:pt idx="0">
                    <c:v>2.0603204217880617</c:v>
                  </c:pt>
                  <c:pt idx="1">
                    <c:v>2.198999116043225</c:v>
                  </c:pt>
                  <c:pt idx="2">
                    <c:v>3.04039444586593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'Abies alba'!$D$16:$D$18</c:f>
              <c:numCache>
                <c:formatCode>General</c:formatCode>
                <c:ptCount val="3"/>
                <c:pt idx="0">
                  <c:v>41.336934318869297</c:v>
                </c:pt>
                <c:pt idx="1">
                  <c:v>33.934431587641399</c:v>
                </c:pt>
                <c:pt idx="2">
                  <c:v>61.8975655774328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DD-448F-8D00-A29062F55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Water content (%)</a:t>
                </a:r>
                <a:endParaRPr lang="es-ES" baseline="30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25 cm</a:t>
            </a:r>
          </a:p>
        </c:rich>
      </c:tx>
      <c:layout>
        <c:manualLayout>
          <c:xMode val="edge"/>
          <c:yMode val="edge"/>
          <c:x val="0.47310411198600177"/>
          <c:y val="4.16666666666666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alba'!$O$8:$O$10</c:f>
                <c:numCache>
                  <c:formatCode>General</c:formatCode>
                  <c:ptCount val="3"/>
                  <c:pt idx="0">
                    <c:v>0.96396808319139082</c:v>
                  </c:pt>
                  <c:pt idx="1">
                    <c:v>0.32939323827877398</c:v>
                  </c:pt>
                  <c:pt idx="2">
                    <c:v>1.4683677581399273</c:v>
                  </c:pt>
                </c:numCache>
              </c:numRef>
            </c:plus>
            <c:minus>
              <c:numRef>
                <c:f>'Abies alba'!$O$8:$O$10</c:f>
                <c:numCache>
                  <c:formatCode>General</c:formatCode>
                  <c:ptCount val="3"/>
                  <c:pt idx="0">
                    <c:v>0.96396808319139082</c:v>
                  </c:pt>
                  <c:pt idx="1">
                    <c:v>0.32939323827877398</c:v>
                  </c:pt>
                  <c:pt idx="2">
                    <c:v>1.4683677581399273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'Abies alba'!$B$2:$B$4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cat>
          <c:val>
            <c:numRef>
              <c:f>'Abies alba'!$D$8:$D$10</c:f>
              <c:numCache>
                <c:formatCode>General</c:formatCode>
                <c:ptCount val="3"/>
                <c:pt idx="0">
                  <c:v>40.442482991572703</c:v>
                </c:pt>
                <c:pt idx="1">
                  <c:v>38.706210418282502</c:v>
                </c:pt>
                <c:pt idx="2">
                  <c:v>51.865276343063897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62-4793-8E45-48CB1A5919AA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'Abies alba'!$O$19:$O$21</c:f>
                <c:numCache>
                  <c:formatCode>General</c:formatCode>
                  <c:ptCount val="3"/>
                  <c:pt idx="0">
                    <c:v>0.46786027907417366</c:v>
                  </c:pt>
                  <c:pt idx="1">
                    <c:v>0.39845993452370038</c:v>
                  </c:pt>
                  <c:pt idx="2">
                    <c:v>1.8468509731041334</c:v>
                  </c:pt>
                </c:numCache>
              </c:numRef>
            </c:plus>
            <c:minus>
              <c:numRef>
                <c:f>'Abies alba'!$O$19:$O$21</c:f>
                <c:numCache>
                  <c:formatCode>General</c:formatCode>
                  <c:ptCount val="3"/>
                  <c:pt idx="0">
                    <c:v>0.46786027907417366</c:v>
                  </c:pt>
                  <c:pt idx="1">
                    <c:v>0.39845993452370038</c:v>
                  </c:pt>
                  <c:pt idx="2">
                    <c:v>1.8468509731041334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'Abies alba'!$D$19:$D$21</c:f>
              <c:numCache>
                <c:formatCode>General</c:formatCode>
                <c:ptCount val="3"/>
                <c:pt idx="0">
                  <c:v>38.807510000000001</c:v>
                </c:pt>
                <c:pt idx="1">
                  <c:v>35.621859999999998</c:v>
                </c:pt>
                <c:pt idx="2">
                  <c:v>59.307267253219401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62-4793-8E45-48CB1A5919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1605071"/>
        <c:axId val="1551602991"/>
      </c:barChart>
      <c:catAx>
        <c:axId val="15516050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 err="1"/>
                  <a:t>Class</a:t>
                </a:r>
                <a:endParaRPr lang="es-E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2991"/>
        <c:crosses val="autoZero"/>
        <c:auto val="1"/>
        <c:lblAlgn val="ctr"/>
        <c:lblOffset val="100"/>
        <c:noMultiLvlLbl val="0"/>
      </c:catAx>
      <c:valAx>
        <c:axId val="155160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Water content (%)</a:t>
                </a:r>
                <a:endParaRPr lang="es-ES" baseline="30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5160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0.3556</cdr:x>
      <cdr:y>0.71922</cdr:y>
    </cdr:from>
    <cdr:to>
      <cdr:x>0.3801</cdr:x>
      <cdr:y>0.77253</cdr:y>
    </cdr:to>
    <cdr:sp macro="" textlink="">
      <cdr:nvSpPr>
        <cdr:cNvPr id="2" name="CuadroTexto 7">
          <a:extLst xmlns:a="http://schemas.openxmlformats.org/drawingml/2006/main">
            <a:ext uri="{FF2B5EF4-FFF2-40B4-BE49-F238E27FC236}">
              <a16:creationId xmlns:a16="http://schemas.microsoft.com/office/drawing/2014/main" id="{D43E08F8-9423-414D-AC11-F27167143292}"/>
            </a:ext>
          </a:extLst>
        </cdr:cNvPr>
        <cdr:cNvSpPr txBox="1"/>
      </cdr:nvSpPr>
      <cdr:spPr>
        <a:xfrm xmlns:a="http://schemas.openxmlformats.org/drawingml/2006/main">
          <a:off x="4286248" y="4982210"/>
          <a:ext cx="29527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ES" dirty="0"/>
            <a:t>b</a:t>
          </a:r>
        </a:p>
      </cdr:txBody>
    </cdr:sp>
  </cdr:relSizeAnchor>
  <cdr:relSizeAnchor xmlns:cdr="http://schemas.openxmlformats.org/drawingml/2006/chartDrawing">
    <cdr:from>
      <cdr:x>0.58269</cdr:x>
      <cdr:y>0.84536</cdr:y>
    </cdr:from>
    <cdr:to>
      <cdr:x>0.99555</cdr:x>
      <cdr:y>0.94343</cdr:y>
    </cdr:to>
    <cdr:sp macro="" textlink="">
      <cdr:nvSpPr>
        <cdr:cNvPr id="4" name="CuadroTexto 3">
          <a:extLst xmlns:a="http://schemas.openxmlformats.org/drawingml/2006/main">
            <a:ext uri="{FF2B5EF4-FFF2-40B4-BE49-F238E27FC236}">
              <a16:creationId xmlns:a16="http://schemas.microsoft.com/office/drawing/2014/main" id="{56B486A8-F5C2-45ED-A271-6592C587011E}"/>
            </a:ext>
          </a:extLst>
        </cdr:cNvPr>
        <cdr:cNvSpPr txBox="1"/>
      </cdr:nvSpPr>
      <cdr:spPr>
        <a:xfrm xmlns:a="http://schemas.openxmlformats.org/drawingml/2006/main">
          <a:off x="7023368" y="5856051"/>
          <a:ext cx="4976437" cy="67936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s-ES" sz="1100" b="1" i="1" dirty="0" err="1"/>
            <a:t>Respiration</a:t>
          </a:r>
          <a:r>
            <a:rPr lang="es-ES" sz="1100" b="1" i="1" dirty="0"/>
            <a:t> in </a:t>
          </a:r>
          <a:r>
            <a:rPr lang="es-ES" b="1" i="1" dirty="0"/>
            <a:t>µM CO</a:t>
          </a:r>
          <a:r>
            <a:rPr lang="es-ES" b="1" i="1" baseline="-25000" dirty="0"/>
            <a:t>2</a:t>
          </a:r>
          <a:r>
            <a:rPr lang="es-ES" b="1" i="1" dirty="0"/>
            <a:t>/s * cm</a:t>
          </a:r>
          <a:r>
            <a:rPr lang="es-ES" b="1" i="1" baseline="30000" dirty="0"/>
            <a:t>2</a:t>
          </a:r>
          <a:r>
            <a:rPr lang="es-ES" b="1" i="1" dirty="0"/>
            <a:t>  </a:t>
          </a:r>
          <a:r>
            <a:rPr lang="es-ES" b="1" i="1" dirty="0" err="1"/>
            <a:t>of</a:t>
          </a:r>
          <a:r>
            <a:rPr lang="es-ES" b="1" i="1" dirty="0"/>
            <a:t> </a:t>
          </a:r>
          <a:r>
            <a:rPr lang="es-ES" b="1" i="1" u="sng" dirty="0" err="1"/>
            <a:t>Abies</a:t>
          </a:r>
          <a:r>
            <a:rPr lang="es-ES" b="1" i="1" u="sng" dirty="0"/>
            <a:t> alba </a:t>
          </a:r>
          <a:r>
            <a:rPr lang="es-ES" b="1" i="1" dirty="0"/>
            <a:t>(Blue) and </a:t>
          </a:r>
          <a:r>
            <a:rPr lang="es-ES" b="1" i="1" u="sng" dirty="0" err="1"/>
            <a:t>Fagus</a:t>
          </a:r>
          <a:r>
            <a:rPr lang="es-ES" b="1" i="1" u="sng" dirty="0"/>
            <a:t> </a:t>
          </a:r>
          <a:r>
            <a:rPr lang="es-ES" b="1" i="1" u="sng" dirty="0" err="1"/>
            <a:t>sylvatica</a:t>
          </a:r>
          <a:r>
            <a:rPr lang="es-ES" b="1" i="1" u="sng" dirty="0"/>
            <a:t> </a:t>
          </a:r>
          <a:r>
            <a:rPr lang="es-ES" b="1" i="1" dirty="0"/>
            <a:t>(Orange) in</a:t>
          </a:r>
        </a:p>
        <a:p xmlns:a="http://schemas.openxmlformats.org/drawingml/2006/main">
          <a:r>
            <a:rPr lang="es-ES" b="1" i="1" dirty="0" err="1"/>
            <a:t>three</a:t>
          </a:r>
          <a:r>
            <a:rPr lang="es-ES" b="1" i="1" dirty="0"/>
            <a:t> </a:t>
          </a:r>
          <a:r>
            <a:rPr lang="es-ES" b="1" i="1" dirty="0" err="1"/>
            <a:t>degradation</a:t>
          </a:r>
          <a:r>
            <a:rPr lang="es-ES" b="1" i="1" dirty="0"/>
            <a:t> </a:t>
          </a:r>
          <a:r>
            <a:rPr lang="es-ES" b="1" i="1" dirty="0" err="1"/>
            <a:t>classes</a:t>
          </a:r>
          <a:r>
            <a:rPr lang="es-ES" b="1" i="1" dirty="0"/>
            <a:t> (1, 2  and 4). </a:t>
          </a:r>
          <a:r>
            <a:rPr lang="es-ES" b="1" i="1" dirty="0" err="1"/>
            <a:t>Supperscripted</a:t>
          </a:r>
          <a:r>
            <a:rPr lang="es-ES" b="1" i="1" dirty="0"/>
            <a:t> </a:t>
          </a:r>
          <a:r>
            <a:rPr lang="es-ES" b="1" i="1" dirty="0" err="1"/>
            <a:t>letters</a:t>
          </a:r>
          <a:r>
            <a:rPr lang="es-ES" b="1" i="1" dirty="0"/>
            <a:t> denote </a:t>
          </a:r>
          <a:r>
            <a:rPr lang="es-ES" b="1" i="1" dirty="0" err="1"/>
            <a:t>statistically</a:t>
          </a:r>
          <a:r>
            <a:rPr lang="es-ES" b="1" i="1" dirty="0"/>
            <a:t> </a:t>
          </a:r>
        </a:p>
        <a:p xmlns:a="http://schemas.openxmlformats.org/drawingml/2006/main">
          <a:r>
            <a:rPr lang="es-ES" b="1" i="1" dirty="0" err="1"/>
            <a:t>significant</a:t>
          </a:r>
          <a:r>
            <a:rPr lang="es-ES" b="1" i="1" dirty="0"/>
            <a:t> </a:t>
          </a:r>
          <a:r>
            <a:rPr lang="es-ES" b="1" i="1" dirty="0" err="1"/>
            <a:t>differences</a:t>
          </a:r>
          <a:r>
            <a:rPr lang="es-ES" b="1" i="1" dirty="0"/>
            <a:t> at p &lt; 0.05 after Wilcoxon </a:t>
          </a:r>
          <a:r>
            <a:rPr lang="es-ES" b="1" i="1" dirty="0" err="1"/>
            <a:t>signed-rank</a:t>
          </a:r>
          <a:r>
            <a:rPr lang="es-ES" b="1" i="1" dirty="0"/>
            <a:t> test. </a:t>
          </a:r>
          <a:endParaRPr lang="es-ES" sz="1100" b="1" i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0.67023</cdr:x>
      <cdr:y>0.03432</cdr:y>
    </cdr:from>
    <cdr:to>
      <cdr:x>0.81029</cdr:x>
      <cdr:y>0.12409</cdr:y>
    </cdr:to>
    <cdr:sp macro="" textlink="">
      <cdr:nvSpPr>
        <cdr:cNvPr id="2" name="CuadroTexto 6">
          <a:extLst xmlns:a="http://schemas.openxmlformats.org/drawingml/2006/main">
            <a:ext uri="{FF2B5EF4-FFF2-40B4-BE49-F238E27FC236}">
              <a16:creationId xmlns:a16="http://schemas.microsoft.com/office/drawing/2014/main" id="{0BDEAF16-498D-473A-96D3-7DC831CAAB6C}"/>
            </a:ext>
          </a:extLst>
        </cdr:cNvPr>
        <cdr:cNvSpPr txBox="1"/>
      </cdr:nvSpPr>
      <cdr:spPr>
        <a:xfrm xmlns:a="http://schemas.openxmlformats.org/drawingml/2006/main">
          <a:off x="7703226" y="223535"/>
          <a:ext cx="1609736" cy="58477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ES" sz="3200" b="1" dirty="0" err="1"/>
            <a:t>Bark</a:t>
          </a:r>
          <a:r>
            <a:rPr lang="es-ES" sz="3200" b="1" dirty="0"/>
            <a:t> (%)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0.76385</cdr:x>
      <cdr:y>0.24368</cdr:y>
    </cdr:from>
    <cdr:to>
      <cdr:x>0.82138</cdr:x>
      <cdr:y>0.36742</cdr:y>
    </cdr:to>
    <cdr:sp macro="" textlink="">
      <cdr:nvSpPr>
        <cdr:cNvPr id="2" name="CuadroTexto 9">
          <a:extLst xmlns:a="http://schemas.openxmlformats.org/drawingml/2006/main">
            <a:ext uri="{FF2B5EF4-FFF2-40B4-BE49-F238E27FC236}">
              <a16:creationId xmlns:a16="http://schemas.microsoft.com/office/drawing/2014/main" id="{AB9514C8-84E1-40C5-83A1-CFAEEB9A695C}"/>
            </a:ext>
          </a:extLst>
        </cdr:cNvPr>
        <cdr:cNvSpPr txBox="1"/>
      </cdr:nvSpPr>
      <cdr:spPr>
        <a:xfrm xmlns:a="http://schemas.openxmlformats.org/drawingml/2006/main">
          <a:off x="3920363" y="740752"/>
          <a:ext cx="295274" cy="376156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ES" dirty="0"/>
            <a:t>c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262E5-1496-4462-9D69-31707BE12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C2507C-3A15-4013-B547-ABA82271A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E6C050-50E5-440B-BEEB-C3C7E234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643AA8-746C-4DC0-9D78-DBE12EF4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5D3C3-3D00-47A8-B38D-DDE53097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773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FFB3E-77D9-4160-8675-D07A8D44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F35FB4-A76D-4E41-ACDF-CFBE4B2F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109E86-B04D-4E33-8E05-6538BDAA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E82E9D-C3EC-4FAC-81B9-286F2DCB8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7C860-E9E8-4E46-8040-C39E7F44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213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1E924-C28B-4A9A-A7C0-8DED7683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705A21-E821-4615-8F22-BEACFF59C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7DD101-4A02-409D-800C-CDF4C2A4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7A4DD5-6A49-42EB-91CA-B94D7E7C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2606D6-B8D9-41D6-884F-864A75D7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3033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F083B-E638-4170-A247-B25FF1BB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E0B728-2261-41EC-BE3A-9F6177A48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D433AC-F029-4C9C-AAD3-2760C2CA7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C69337-4186-4CB6-B77F-EA8F2D71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C8342C-C343-4FD4-AC2F-07453515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4917AC-188D-4D20-8CF8-715E4163D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364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46E0E-0068-486A-BE57-6B01C17B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B07645-93FB-4955-B3D0-5203669E3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2A0AEF-FB9C-4FC9-88BE-0183F3D46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B4A448-12FA-4E6A-96A5-E9BB898FB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C98023-05C2-47B9-8895-4FA7DB606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1830A4-AD6C-423B-876F-F74609FE8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B01578-6904-471E-8EF7-2FBF002C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6C36DF-D411-457C-BE0E-D6A67AC4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75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E8D32-4DE1-4272-A4B6-416EBB9B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E4B7DD-1E51-46DA-8851-13DA4A33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A36C16-E806-47D7-9EAE-789AC9A1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156DE82-9360-46CF-99A8-4A8AB7CD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280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CB89DD-3677-4EC4-A678-C65C9CD2A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61DBC1-206F-452F-AFB5-3740F4A3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16941D-F165-4FFA-ADE5-C0557DB2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81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B7A2B-018F-46AE-89E7-BAB840C2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E4888A-DF26-4E74-AE8A-54E36820D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B17566-A028-44B6-A761-F0C5A9591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F3FE3-0777-4E21-BE13-C3A22A8B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B65EFE-5CEC-4933-BC24-1B925F75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719BD8-8F22-4F52-A48E-6A43B0CA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314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61AC6-033A-4D8A-9565-4DEBD84E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BF86E1-610C-423D-8FB3-8D4C686694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994C89-A002-415E-A902-2B6E9245A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D06C69-5147-4F2C-B140-366F82F2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EF04A7-42A2-4B5A-B1BE-09152C7D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2DBB5B-E3A2-4A96-9AA5-A239467A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553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63035-D6B6-45A7-8AAF-15D59924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D19D36-8299-4001-9898-D81ACF6E4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045A24-0126-4E3E-853F-BB1A4BA7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6431FE-0D11-452B-8B50-7120F5B0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E0313E-8BF1-445E-9583-579543AB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67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06AB77-F4D9-4F9B-BE22-3EEEC8814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01DE1C-EEC8-428A-B971-E814BC5AD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9F0A1-15FF-4245-949C-020FF860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B572BB-ADAD-4EAC-B483-B1CAEB10E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865866-A871-4ED4-92CC-AB289130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83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5D0CFC-3DD6-4349-AF98-E1783CDDF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0CBAE2-E96A-431E-8ECC-AAC3994B5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42B732-93FD-427E-9C72-00D34DC0A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4ECB7-F99A-42F0-A4F5-70DA1E84EF26}" type="datetimeFigureOut">
              <a:rPr lang="es-ES" smtClean="0"/>
              <a:t>09/11/2021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B59783-DE42-4D2F-A443-7773BA8FE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9289B1-EAA4-44B1-8781-BA7B4E567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0A55E-4066-4A5A-9D18-8C3E1BAB72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5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jpe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C3A5EB2-B743-44C2-9771-22BAD725E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7993" y="1162963"/>
            <a:ext cx="5907933" cy="36418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F23971C-5A4E-49F7-B561-C6AD3A2D9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162963"/>
            <a:ext cx="4241222" cy="39246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4A4136A-2D1A-4779-A930-20FC539A9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422" y="1070488"/>
            <a:ext cx="3456490" cy="410363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DD807AE-6F79-477A-ABBD-68E6D5B2EA21}"/>
              </a:ext>
            </a:extLst>
          </p:cNvPr>
          <p:cNvSpPr txBox="1"/>
          <p:nvPr/>
        </p:nvSpPr>
        <p:spPr>
          <a:xfrm>
            <a:off x="2033081" y="539536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5679C13-3939-47C1-9C32-1B03AF9469DD}"/>
              </a:ext>
            </a:extLst>
          </p:cNvPr>
          <p:cNvSpPr txBox="1"/>
          <p:nvPr/>
        </p:nvSpPr>
        <p:spPr>
          <a:xfrm>
            <a:off x="6300262" y="539536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624A00-7D2F-4863-B40F-FC54E4579A5F}"/>
              </a:ext>
            </a:extLst>
          </p:cNvPr>
          <p:cNvSpPr txBox="1"/>
          <p:nvPr/>
        </p:nvSpPr>
        <p:spPr>
          <a:xfrm>
            <a:off x="10082465" y="539536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25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105F59-8201-4A05-9E1E-AE4AC0FB0227}"/>
              </a:ext>
            </a:extLst>
          </p:cNvPr>
          <p:cNvSpPr txBox="1"/>
          <p:nvPr/>
        </p:nvSpPr>
        <p:spPr>
          <a:xfrm>
            <a:off x="4815035" y="-98940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Abies</a:t>
            </a:r>
            <a:r>
              <a:rPr lang="es-ES" sz="3200" b="1" dirty="0"/>
              <a:t>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141BB23-D6A1-4929-9591-DA648E407A48}"/>
              </a:ext>
            </a:extLst>
          </p:cNvPr>
          <p:cNvSpPr txBox="1"/>
          <p:nvPr/>
        </p:nvSpPr>
        <p:spPr>
          <a:xfrm>
            <a:off x="2628746" y="5851246"/>
            <a:ext cx="6934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1" dirty="0"/>
              <a:t>Principal Componen análisis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Abies</a:t>
            </a:r>
            <a:r>
              <a:rPr lang="es-ES" sz="1400" b="1" i="1" dirty="0"/>
              <a:t> Alba </a:t>
            </a:r>
            <a:r>
              <a:rPr lang="es-ES" sz="1400" b="1" i="1" dirty="0" err="1"/>
              <a:t>comparing</a:t>
            </a:r>
            <a:r>
              <a:rPr lang="es-ES" sz="1400" b="1" i="1" dirty="0"/>
              <a:t> </a:t>
            </a:r>
            <a:r>
              <a:rPr lang="es-ES" sz="1400" b="1" i="1" dirty="0" err="1"/>
              <a:t>waterpercentage</a:t>
            </a:r>
            <a:r>
              <a:rPr lang="es-ES" sz="1400" b="1" i="1" dirty="0"/>
              <a:t>,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(T3),</a:t>
            </a:r>
            <a:r>
              <a:rPr lang="es-ES" sz="1400" b="1" i="1" dirty="0" err="1"/>
              <a:t>Bark</a:t>
            </a:r>
            <a:r>
              <a:rPr lang="es-ES" sz="1400" b="1" i="1" dirty="0"/>
              <a:t> and </a:t>
            </a:r>
            <a:r>
              <a:rPr lang="es-ES" sz="1400" b="1" i="1" dirty="0" err="1"/>
              <a:t>Soil_moisture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(1,10,25). </a:t>
            </a:r>
            <a:r>
              <a:rPr lang="es-ES" sz="1400" b="1" i="1" dirty="0" err="1"/>
              <a:t>Colours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and </a:t>
            </a:r>
            <a:r>
              <a:rPr lang="es-ES" sz="1400" b="1" i="1" dirty="0" err="1"/>
              <a:t>ellipses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samples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different</a:t>
            </a:r>
            <a:r>
              <a:rPr lang="es-ES" sz="1400" b="1" i="1" dirty="0"/>
              <a:t> </a:t>
            </a:r>
            <a:r>
              <a:rPr lang="es-ES" sz="1400" b="1" i="1" dirty="0" err="1"/>
              <a:t>degradation</a:t>
            </a:r>
            <a:r>
              <a:rPr lang="es-ES" sz="1400" b="1" i="1" dirty="0"/>
              <a:t> </a:t>
            </a:r>
            <a:r>
              <a:rPr lang="es-ES" sz="1400" b="1" i="1" dirty="0" err="1"/>
              <a:t>classes</a:t>
            </a:r>
            <a:r>
              <a:rPr lang="es-ES" sz="1400" b="1" i="1" dirty="0"/>
              <a:t> (1,2,4).</a:t>
            </a:r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264140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937025-BC89-4232-A775-58C3200D8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52" y="642430"/>
            <a:ext cx="3645151" cy="44203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420625C-0816-4FB6-8B28-837F1A2D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403" y="675418"/>
            <a:ext cx="4041004" cy="438737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34581E7-15CC-47BA-95AF-9D47524B6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407" y="571375"/>
            <a:ext cx="4202278" cy="456247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57DAA9D-A888-4726-A0D0-41C2504AA2EA}"/>
              </a:ext>
            </a:extLst>
          </p:cNvPr>
          <p:cNvSpPr txBox="1"/>
          <p:nvPr/>
        </p:nvSpPr>
        <p:spPr>
          <a:xfrm>
            <a:off x="1992033" y="523639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791F55-9939-4D04-A681-F8CBD85D7FE3}"/>
              </a:ext>
            </a:extLst>
          </p:cNvPr>
          <p:cNvSpPr txBox="1"/>
          <p:nvPr/>
        </p:nvSpPr>
        <p:spPr>
          <a:xfrm>
            <a:off x="5978739" y="5146325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1A9500-5DF7-4D6B-BB9C-DDEA3BA3A151}"/>
              </a:ext>
            </a:extLst>
          </p:cNvPr>
          <p:cNvSpPr txBox="1"/>
          <p:nvPr/>
        </p:nvSpPr>
        <p:spPr>
          <a:xfrm>
            <a:off x="10199967" y="5307881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25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4434FAB-4700-4A50-A5BE-C4B23CDF58A6}"/>
              </a:ext>
            </a:extLst>
          </p:cNvPr>
          <p:cNvSpPr txBox="1"/>
          <p:nvPr/>
        </p:nvSpPr>
        <p:spPr>
          <a:xfrm>
            <a:off x="5262508" y="90643"/>
            <a:ext cx="2687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Fagus</a:t>
            </a:r>
            <a:r>
              <a:rPr lang="es-ES" sz="3200" b="1" dirty="0"/>
              <a:t> </a:t>
            </a:r>
            <a:r>
              <a:rPr lang="es-ES" sz="3200" b="1" dirty="0" err="1"/>
              <a:t>sylvatica</a:t>
            </a:r>
            <a:endParaRPr lang="es-ES" sz="32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1342AA4-6EF4-4CB9-96F9-DF3EF9A60711}"/>
              </a:ext>
            </a:extLst>
          </p:cNvPr>
          <p:cNvSpPr txBox="1"/>
          <p:nvPr/>
        </p:nvSpPr>
        <p:spPr>
          <a:xfrm>
            <a:off x="2628746" y="5851246"/>
            <a:ext cx="6934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1" dirty="0"/>
              <a:t>Principal Componen análisis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Fagus</a:t>
            </a:r>
            <a:r>
              <a:rPr lang="es-ES" sz="1400" b="1" i="1" dirty="0"/>
              <a:t> </a:t>
            </a:r>
            <a:r>
              <a:rPr lang="es-ES" sz="1400" b="1" i="1" dirty="0" err="1"/>
              <a:t>sylvatica</a:t>
            </a:r>
            <a:r>
              <a:rPr lang="es-ES" sz="1400" b="1" i="1" dirty="0"/>
              <a:t> </a:t>
            </a:r>
            <a:r>
              <a:rPr lang="es-ES" sz="1400" b="1" i="1" dirty="0" err="1"/>
              <a:t>comparing</a:t>
            </a:r>
            <a:r>
              <a:rPr lang="es-ES" sz="1400" b="1" i="1" dirty="0"/>
              <a:t> </a:t>
            </a:r>
            <a:r>
              <a:rPr lang="es-ES" sz="1400" b="1" i="1" dirty="0" err="1"/>
              <a:t>waterpercentage</a:t>
            </a:r>
            <a:r>
              <a:rPr lang="es-ES" sz="1400" b="1" i="1" dirty="0"/>
              <a:t>,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(T3),</a:t>
            </a:r>
            <a:r>
              <a:rPr lang="es-ES" sz="1400" b="1" i="1" dirty="0" err="1"/>
              <a:t>Bark</a:t>
            </a:r>
            <a:r>
              <a:rPr lang="es-ES" sz="1400" b="1" i="1" dirty="0"/>
              <a:t> and </a:t>
            </a:r>
            <a:r>
              <a:rPr lang="es-ES" sz="1400" b="1" i="1" dirty="0" err="1"/>
              <a:t>Soil_moisture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(1,10,25). </a:t>
            </a:r>
            <a:r>
              <a:rPr lang="es-ES" sz="1400" b="1" i="1" dirty="0" err="1"/>
              <a:t>Colours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and </a:t>
            </a:r>
            <a:r>
              <a:rPr lang="es-ES" sz="1400" b="1" i="1" dirty="0" err="1"/>
              <a:t>ellipses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samples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different</a:t>
            </a:r>
            <a:r>
              <a:rPr lang="es-ES" sz="1400" b="1" i="1" dirty="0"/>
              <a:t> </a:t>
            </a:r>
            <a:r>
              <a:rPr lang="es-ES" sz="1400" b="1" i="1" dirty="0" err="1"/>
              <a:t>degradation</a:t>
            </a:r>
            <a:r>
              <a:rPr lang="es-ES" sz="1400" b="1" i="1" dirty="0"/>
              <a:t> </a:t>
            </a:r>
            <a:r>
              <a:rPr lang="es-ES" sz="1400" b="1" i="1" dirty="0" err="1"/>
              <a:t>classes</a:t>
            </a:r>
            <a:r>
              <a:rPr lang="es-ES" sz="1400" b="1" i="1" dirty="0"/>
              <a:t> (1,2,4).</a:t>
            </a:r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2775145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49B9FF-BE97-4C10-8A9E-84B64D42C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9" y="766984"/>
            <a:ext cx="4098527" cy="41526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CD78478-C508-4728-82C5-6DB778481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5" y="482147"/>
            <a:ext cx="3676650" cy="5038725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29500119-3BB0-4434-BCBC-785DD4EFC9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CABF4BA-C5E3-4AD3-8569-F8E6438AA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163" y="1337128"/>
            <a:ext cx="4389837" cy="35776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512D4D8-27BC-4341-9F11-129C17A4F7C1}"/>
              </a:ext>
            </a:extLst>
          </p:cNvPr>
          <p:cNvSpPr txBox="1"/>
          <p:nvPr/>
        </p:nvSpPr>
        <p:spPr>
          <a:xfrm>
            <a:off x="1962850" y="552087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59E0C2-FF62-4F22-AF2F-5C7C088CC1D6}"/>
              </a:ext>
            </a:extLst>
          </p:cNvPr>
          <p:cNvSpPr txBox="1"/>
          <p:nvPr/>
        </p:nvSpPr>
        <p:spPr>
          <a:xfrm>
            <a:off x="5943600" y="552087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7AE175C-728C-460E-8FD4-2645AB7A35C3}"/>
              </a:ext>
            </a:extLst>
          </p:cNvPr>
          <p:cNvSpPr txBox="1"/>
          <p:nvPr/>
        </p:nvSpPr>
        <p:spPr>
          <a:xfrm>
            <a:off x="10161056" y="5629966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25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189E63F-0A0C-40FC-B5D8-C1540A39CE3E}"/>
              </a:ext>
            </a:extLst>
          </p:cNvPr>
          <p:cNvSpPr txBox="1"/>
          <p:nvPr/>
        </p:nvSpPr>
        <p:spPr>
          <a:xfrm>
            <a:off x="2628746" y="5851246"/>
            <a:ext cx="6934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1" dirty="0"/>
              <a:t>Principal Componen análisis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Fagus</a:t>
            </a:r>
            <a:r>
              <a:rPr lang="es-ES" sz="1400" b="1" i="1" dirty="0"/>
              <a:t> </a:t>
            </a:r>
            <a:r>
              <a:rPr lang="es-ES" sz="1400" b="1" i="1" dirty="0" err="1"/>
              <a:t>sylvatica</a:t>
            </a:r>
            <a:r>
              <a:rPr lang="es-ES" sz="1400" b="1" i="1" dirty="0"/>
              <a:t> and </a:t>
            </a:r>
            <a:r>
              <a:rPr lang="es-ES" sz="1400" b="1" i="1" dirty="0" err="1"/>
              <a:t>Abies</a:t>
            </a:r>
            <a:r>
              <a:rPr lang="es-ES" sz="1400" b="1" i="1" dirty="0"/>
              <a:t> alba </a:t>
            </a:r>
            <a:r>
              <a:rPr lang="es-ES" sz="1400" b="1" i="1" dirty="0" err="1"/>
              <a:t>class</a:t>
            </a:r>
            <a:r>
              <a:rPr lang="es-ES" sz="1400" b="1" i="1" dirty="0"/>
              <a:t> 1, </a:t>
            </a:r>
            <a:r>
              <a:rPr lang="es-ES" sz="1400" b="1" i="1" dirty="0" err="1"/>
              <a:t>comparing</a:t>
            </a:r>
            <a:r>
              <a:rPr lang="es-ES" sz="1400" b="1" i="1" dirty="0"/>
              <a:t> </a:t>
            </a:r>
            <a:r>
              <a:rPr lang="es-ES" sz="1400" b="1" i="1" dirty="0" err="1"/>
              <a:t>waterpercentage</a:t>
            </a:r>
            <a:r>
              <a:rPr lang="es-ES" sz="1400" b="1" i="1" dirty="0"/>
              <a:t>,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(T3),</a:t>
            </a:r>
            <a:r>
              <a:rPr lang="es-ES" sz="1400" b="1" i="1" dirty="0" err="1"/>
              <a:t>Bark</a:t>
            </a:r>
            <a:r>
              <a:rPr lang="es-ES" sz="1400" b="1" i="1" dirty="0"/>
              <a:t> and </a:t>
            </a:r>
            <a:r>
              <a:rPr lang="es-ES" sz="1400" b="1" i="1" dirty="0" err="1"/>
              <a:t>Soil_moisture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(1,10,25). </a:t>
            </a:r>
            <a:r>
              <a:rPr lang="es-ES" sz="1400" b="1" i="1" dirty="0" err="1"/>
              <a:t>Colours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and </a:t>
            </a:r>
            <a:r>
              <a:rPr lang="es-ES" sz="1400" b="1" i="1" dirty="0" err="1"/>
              <a:t>ellipses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both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species</a:t>
            </a:r>
            <a:r>
              <a:rPr lang="es-ES" sz="1400" b="1" i="1" dirty="0"/>
              <a:t>.</a:t>
            </a:r>
            <a:endParaRPr lang="es-ES" sz="14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86776FA-FE06-46BA-8B65-D29C5EF5748E}"/>
              </a:ext>
            </a:extLst>
          </p:cNvPr>
          <p:cNvSpPr txBox="1"/>
          <p:nvPr/>
        </p:nvSpPr>
        <p:spPr>
          <a:xfrm>
            <a:off x="937344" y="165754"/>
            <a:ext cx="13340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Class</a:t>
            </a:r>
            <a:r>
              <a:rPr lang="es-ES" sz="3200" b="1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3194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D2F6F5-9CF4-4EB4-85FE-5479FDD7F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2" y="921428"/>
            <a:ext cx="2999190" cy="41094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EA98E9-0DCE-4964-BCE4-369D27C45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444" y="1094464"/>
            <a:ext cx="4541190" cy="40785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5C803AD-16E9-4713-B7D5-16EC78BB6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634" y="705761"/>
            <a:ext cx="3705225" cy="50577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33BEE57-6974-4107-B813-10D1B33C7362}"/>
              </a:ext>
            </a:extLst>
          </p:cNvPr>
          <p:cNvSpPr txBox="1"/>
          <p:nvPr/>
        </p:nvSpPr>
        <p:spPr>
          <a:xfrm>
            <a:off x="1466739" y="5201757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B48F96-5F85-44F0-A895-7BE2CED1DFD1}"/>
              </a:ext>
            </a:extLst>
          </p:cNvPr>
          <p:cNvSpPr txBox="1"/>
          <p:nvPr/>
        </p:nvSpPr>
        <p:spPr>
          <a:xfrm>
            <a:off x="5535038" y="5256386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29ADE3-04E7-4F64-BFFB-332C223B05FF}"/>
              </a:ext>
            </a:extLst>
          </p:cNvPr>
          <p:cNvSpPr txBox="1"/>
          <p:nvPr/>
        </p:nvSpPr>
        <p:spPr>
          <a:xfrm>
            <a:off x="10151329" y="5763536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25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44E22A-CFB4-4D0E-9B26-EBD5FFA1F4C0}"/>
              </a:ext>
            </a:extLst>
          </p:cNvPr>
          <p:cNvSpPr txBox="1"/>
          <p:nvPr/>
        </p:nvSpPr>
        <p:spPr>
          <a:xfrm>
            <a:off x="2628746" y="5851246"/>
            <a:ext cx="6934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1" dirty="0"/>
              <a:t>Principal Componen análisis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Fagus</a:t>
            </a:r>
            <a:r>
              <a:rPr lang="es-ES" sz="1400" b="1" i="1" dirty="0"/>
              <a:t> </a:t>
            </a:r>
            <a:r>
              <a:rPr lang="es-ES" sz="1400" b="1" i="1" dirty="0" err="1"/>
              <a:t>sylvatica</a:t>
            </a:r>
            <a:r>
              <a:rPr lang="es-ES" sz="1400" b="1" i="1" dirty="0"/>
              <a:t> and </a:t>
            </a:r>
            <a:r>
              <a:rPr lang="es-ES" sz="1400" b="1" i="1" dirty="0" err="1"/>
              <a:t>Abies</a:t>
            </a:r>
            <a:r>
              <a:rPr lang="es-ES" sz="1400" b="1" i="1" dirty="0"/>
              <a:t> alba </a:t>
            </a:r>
            <a:r>
              <a:rPr lang="es-ES" sz="1400" b="1" i="1" dirty="0" err="1"/>
              <a:t>class</a:t>
            </a:r>
            <a:r>
              <a:rPr lang="es-ES" sz="1400" b="1" i="1" dirty="0"/>
              <a:t> 2, </a:t>
            </a:r>
            <a:r>
              <a:rPr lang="es-ES" sz="1400" b="1" i="1" dirty="0" err="1"/>
              <a:t>comparing</a:t>
            </a:r>
            <a:r>
              <a:rPr lang="es-ES" sz="1400" b="1" i="1" dirty="0"/>
              <a:t> </a:t>
            </a:r>
            <a:r>
              <a:rPr lang="es-ES" sz="1400" b="1" i="1" dirty="0" err="1"/>
              <a:t>waterpercentage</a:t>
            </a:r>
            <a:r>
              <a:rPr lang="es-ES" sz="1400" b="1" i="1" dirty="0"/>
              <a:t>,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(T3),</a:t>
            </a:r>
            <a:r>
              <a:rPr lang="es-ES" sz="1400" b="1" i="1" dirty="0" err="1"/>
              <a:t>Bark</a:t>
            </a:r>
            <a:r>
              <a:rPr lang="es-ES" sz="1400" b="1" i="1" dirty="0"/>
              <a:t> and </a:t>
            </a:r>
            <a:r>
              <a:rPr lang="es-ES" sz="1400" b="1" i="1" dirty="0" err="1"/>
              <a:t>Soil_moisture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(1,10,25). </a:t>
            </a:r>
            <a:r>
              <a:rPr lang="es-ES" sz="1400" b="1" i="1" dirty="0" err="1"/>
              <a:t>Colours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and </a:t>
            </a:r>
            <a:r>
              <a:rPr lang="es-ES" sz="1400" b="1" i="1" dirty="0" err="1"/>
              <a:t>ellipses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both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species</a:t>
            </a:r>
            <a:r>
              <a:rPr lang="es-ES" sz="1400" b="1" i="1" dirty="0"/>
              <a:t>.</a:t>
            </a:r>
            <a:endParaRPr lang="es-ES" sz="14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C4CDC7-5C0F-467B-BE25-274EB8475EE0}"/>
              </a:ext>
            </a:extLst>
          </p:cNvPr>
          <p:cNvSpPr txBox="1"/>
          <p:nvPr/>
        </p:nvSpPr>
        <p:spPr>
          <a:xfrm>
            <a:off x="937344" y="165754"/>
            <a:ext cx="13340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Class</a:t>
            </a:r>
            <a:r>
              <a:rPr lang="es-ES" sz="3200" b="1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4408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49FF4D2-1193-4BE7-B1D9-B93D9C024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5A2868-59C6-46C9-8036-91E121EC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1" y="885825"/>
            <a:ext cx="3606758" cy="430874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4BE946F-4026-4028-8A69-75E86DB5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914" y="1380871"/>
            <a:ext cx="4440999" cy="381369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A370266-F9C0-4B73-AE10-135BA80B5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38" y="866775"/>
            <a:ext cx="3609975" cy="512445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BF7AC0C-9DE0-428C-84EE-408BA5DAC791}"/>
              </a:ext>
            </a:extLst>
          </p:cNvPr>
          <p:cNvSpPr txBox="1"/>
          <p:nvPr/>
        </p:nvSpPr>
        <p:spPr>
          <a:xfrm>
            <a:off x="1466739" y="5201757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38D7576-C291-49EB-8E07-89B3FC457149}"/>
              </a:ext>
            </a:extLst>
          </p:cNvPr>
          <p:cNvSpPr txBox="1"/>
          <p:nvPr/>
        </p:nvSpPr>
        <p:spPr>
          <a:xfrm>
            <a:off x="5535038" y="5256386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 cm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87CD30-6C1E-4597-870B-BA5E7B1BD95F}"/>
              </a:ext>
            </a:extLst>
          </p:cNvPr>
          <p:cNvSpPr txBox="1"/>
          <p:nvPr/>
        </p:nvSpPr>
        <p:spPr>
          <a:xfrm>
            <a:off x="10190240" y="5921235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25 cm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1E7562-358B-4D11-AAC8-745C256416DD}"/>
              </a:ext>
            </a:extLst>
          </p:cNvPr>
          <p:cNvSpPr txBox="1"/>
          <p:nvPr/>
        </p:nvSpPr>
        <p:spPr>
          <a:xfrm>
            <a:off x="2628746" y="5851246"/>
            <a:ext cx="6934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1" dirty="0"/>
              <a:t>Principal Componen análisis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u="sng" dirty="0" err="1"/>
              <a:t>Fagus</a:t>
            </a:r>
            <a:r>
              <a:rPr lang="es-ES" sz="1400" b="1" i="1" u="sng" dirty="0"/>
              <a:t> </a:t>
            </a:r>
            <a:r>
              <a:rPr lang="es-ES" sz="1400" b="1" i="1" u="sng" dirty="0" err="1"/>
              <a:t>sylvatica</a:t>
            </a:r>
            <a:r>
              <a:rPr lang="es-ES" sz="1400" b="1" i="1" u="sng" dirty="0"/>
              <a:t> </a:t>
            </a:r>
            <a:r>
              <a:rPr lang="es-ES" sz="1400" b="1" i="1" dirty="0"/>
              <a:t>and </a:t>
            </a:r>
            <a:r>
              <a:rPr lang="es-ES" sz="1400" b="1" i="1" u="sng" dirty="0" err="1"/>
              <a:t>Abies</a:t>
            </a:r>
            <a:r>
              <a:rPr lang="es-ES" sz="1400" b="1" i="1" u="sng" dirty="0"/>
              <a:t> alba </a:t>
            </a:r>
            <a:r>
              <a:rPr lang="es-ES" sz="1400" b="1" i="1" dirty="0" err="1"/>
              <a:t>class</a:t>
            </a:r>
            <a:r>
              <a:rPr lang="es-ES" sz="1400" b="1" i="1" dirty="0"/>
              <a:t> 4, </a:t>
            </a:r>
            <a:r>
              <a:rPr lang="es-ES" sz="1400" b="1" i="1" dirty="0" err="1"/>
              <a:t>comparing</a:t>
            </a:r>
            <a:r>
              <a:rPr lang="es-ES" sz="1400" b="1" i="1" dirty="0"/>
              <a:t> </a:t>
            </a:r>
            <a:r>
              <a:rPr lang="es-ES" sz="1400" b="1" i="1" dirty="0" err="1"/>
              <a:t>waterpercentage</a:t>
            </a:r>
            <a:r>
              <a:rPr lang="es-ES" sz="1400" b="1" i="1" dirty="0"/>
              <a:t>,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(T3),</a:t>
            </a:r>
            <a:r>
              <a:rPr lang="es-ES" sz="1400" b="1" i="1" dirty="0" err="1"/>
              <a:t>Bark</a:t>
            </a:r>
            <a:r>
              <a:rPr lang="es-ES" sz="1400" b="1" i="1" dirty="0"/>
              <a:t> and </a:t>
            </a:r>
            <a:r>
              <a:rPr lang="es-ES" sz="1400" b="1" i="1" dirty="0" err="1"/>
              <a:t>Soil_moisture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three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(1,10,25). </a:t>
            </a:r>
            <a:r>
              <a:rPr lang="es-ES" sz="1400" b="1" i="1" dirty="0" err="1"/>
              <a:t>Colours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and </a:t>
            </a:r>
            <a:r>
              <a:rPr lang="es-ES" sz="1400" b="1" i="1" dirty="0" err="1"/>
              <a:t>ellipses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both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species</a:t>
            </a:r>
            <a:r>
              <a:rPr lang="es-ES" sz="1400" b="1" i="1" dirty="0"/>
              <a:t>.</a:t>
            </a:r>
            <a:endParaRPr lang="es-ES" sz="14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1E82087-D1C7-454F-A5EF-92654832A4DA}"/>
              </a:ext>
            </a:extLst>
          </p:cNvPr>
          <p:cNvSpPr txBox="1"/>
          <p:nvPr/>
        </p:nvSpPr>
        <p:spPr>
          <a:xfrm>
            <a:off x="937344" y="165754"/>
            <a:ext cx="13340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Class</a:t>
            </a:r>
            <a:r>
              <a:rPr lang="es-ES" sz="3200" b="1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1254523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1F2FB7B7-6DDB-48A8-BD5C-00081881CA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263191"/>
              </p:ext>
            </p:extLst>
          </p:nvPr>
        </p:nvGraphicFramePr>
        <p:xfrm>
          <a:off x="1" y="0"/>
          <a:ext cx="12053454" cy="6927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962EF26-68DA-48AA-9DF8-30760C253C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2472542"/>
              </p:ext>
            </p:extLst>
          </p:nvPr>
        </p:nvGraphicFramePr>
        <p:xfrm>
          <a:off x="500726" y="3429000"/>
          <a:ext cx="4976437" cy="310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0262B514-3C06-47AD-87C6-499F26E575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543876"/>
              </p:ext>
            </p:extLst>
          </p:nvPr>
        </p:nvGraphicFramePr>
        <p:xfrm>
          <a:off x="6479309" y="2200358"/>
          <a:ext cx="5211965" cy="3499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BDEAF16-498D-473A-96D3-7DC831CAAB6C}"/>
              </a:ext>
            </a:extLst>
          </p:cNvPr>
          <p:cNvSpPr txBox="1"/>
          <p:nvPr/>
        </p:nvSpPr>
        <p:spPr>
          <a:xfrm>
            <a:off x="6479309" y="381740"/>
            <a:ext cx="4984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Respiration</a:t>
            </a:r>
            <a:r>
              <a:rPr lang="es-ES" sz="3200" b="1" dirty="0"/>
              <a:t> µM CO</a:t>
            </a:r>
            <a:r>
              <a:rPr lang="es-ES" sz="3200" b="1" strike="noStrike" baseline="-25000" dirty="0"/>
              <a:t>2</a:t>
            </a:r>
            <a:r>
              <a:rPr lang="es-ES" sz="3200" b="1" dirty="0"/>
              <a:t>/s * cm</a:t>
            </a:r>
            <a:r>
              <a:rPr lang="es-ES" sz="3200" b="1" baseline="30000" dirty="0"/>
              <a:t>2</a:t>
            </a:r>
            <a:r>
              <a:rPr lang="es-ES" sz="3200" b="1" dirty="0"/>
              <a:t>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F516580-F169-4607-928B-418DAED744C5}"/>
              </a:ext>
            </a:extLst>
          </p:cNvPr>
          <p:cNvSpPr txBox="1"/>
          <p:nvPr/>
        </p:nvSpPr>
        <p:spPr>
          <a:xfrm>
            <a:off x="1242875" y="192645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3E08F8-9423-414D-AC11-F27167143292}"/>
              </a:ext>
            </a:extLst>
          </p:cNvPr>
          <p:cNvSpPr txBox="1"/>
          <p:nvPr/>
        </p:nvSpPr>
        <p:spPr>
          <a:xfrm>
            <a:off x="2781023" y="226993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8001230-9E33-41C1-A49B-696510D9F830}"/>
              </a:ext>
            </a:extLst>
          </p:cNvPr>
          <p:cNvSpPr txBox="1"/>
          <p:nvPr/>
        </p:nvSpPr>
        <p:spPr>
          <a:xfrm>
            <a:off x="4224082" y="2308395"/>
            <a:ext cx="43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bc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2E291D-82A9-4BDF-8AE3-CC4BAB7C0CCB}"/>
              </a:ext>
            </a:extLst>
          </p:cNvPr>
          <p:cNvSpPr txBox="1"/>
          <p:nvPr/>
        </p:nvSpPr>
        <p:spPr>
          <a:xfrm>
            <a:off x="1706804" y="183102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B76CEC2-CA87-4F7E-9D74-1C931C134697}"/>
              </a:ext>
            </a:extLst>
          </p:cNvPr>
          <p:cNvSpPr txBox="1"/>
          <p:nvPr/>
        </p:nvSpPr>
        <p:spPr>
          <a:xfrm>
            <a:off x="3199732" y="57942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14CBD8F-1A87-4443-90B2-C0B5D8778CDD}"/>
              </a:ext>
            </a:extLst>
          </p:cNvPr>
          <p:cNvSpPr txBox="1"/>
          <p:nvPr/>
        </p:nvSpPr>
        <p:spPr>
          <a:xfrm>
            <a:off x="4705291" y="230839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64DE534-5642-4AA8-921B-1DB9952E0CC7}"/>
              </a:ext>
            </a:extLst>
          </p:cNvPr>
          <p:cNvSpPr txBox="1"/>
          <p:nvPr/>
        </p:nvSpPr>
        <p:spPr>
          <a:xfrm>
            <a:off x="1411530" y="533091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D8277A-6E05-46BD-BA69-A7C4C0509CD3}"/>
              </a:ext>
            </a:extLst>
          </p:cNvPr>
          <p:cNvSpPr txBox="1"/>
          <p:nvPr/>
        </p:nvSpPr>
        <p:spPr>
          <a:xfrm>
            <a:off x="2890274" y="533091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A60B917-405B-48AF-8CD5-EC52D814E95C}"/>
              </a:ext>
            </a:extLst>
          </p:cNvPr>
          <p:cNvSpPr txBox="1"/>
          <p:nvPr/>
        </p:nvSpPr>
        <p:spPr>
          <a:xfrm>
            <a:off x="1854441" y="4495933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FE4C1D2-394B-47AE-B0E2-0CFE2F8EE9AF}"/>
              </a:ext>
            </a:extLst>
          </p:cNvPr>
          <p:cNvSpPr txBox="1"/>
          <p:nvPr/>
        </p:nvSpPr>
        <p:spPr>
          <a:xfrm>
            <a:off x="3268588" y="376563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E0FDBF7-DF90-4066-A867-3CE1A149575B}"/>
              </a:ext>
            </a:extLst>
          </p:cNvPr>
          <p:cNvSpPr txBox="1"/>
          <p:nvPr/>
        </p:nvSpPr>
        <p:spPr>
          <a:xfrm>
            <a:off x="4669654" y="439116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39C1B25-4EA2-433C-B218-5451B493496B}"/>
              </a:ext>
            </a:extLst>
          </p:cNvPr>
          <p:cNvSpPr txBox="1"/>
          <p:nvPr/>
        </p:nvSpPr>
        <p:spPr>
          <a:xfrm>
            <a:off x="10450466" y="339630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C2D55CE-25FA-4FDA-820C-67901CE7AD9E}"/>
              </a:ext>
            </a:extLst>
          </p:cNvPr>
          <p:cNvSpPr txBox="1"/>
          <p:nvPr/>
        </p:nvSpPr>
        <p:spPr>
          <a:xfrm>
            <a:off x="8971722" y="3278970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5F39789-E47E-4A19-A987-51191D3DC365}"/>
              </a:ext>
            </a:extLst>
          </p:cNvPr>
          <p:cNvSpPr txBox="1"/>
          <p:nvPr/>
        </p:nvSpPr>
        <p:spPr>
          <a:xfrm>
            <a:off x="7461662" y="298220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C3CEACD-65C2-491F-A1E2-930C584166C0}"/>
              </a:ext>
            </a:extLst>
          </p:cNvPr>
          <p:cNvSpPr txBox="1"/>
          <p:nvPr/>
        </p:nvSpPr>
        <p:spPr>
          <a:xfrm>
            <a:off x="7849465" y="402183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BE98442-02FF-483A-BDE5-27CC61342FBC}"/>
              </a:ext>
            </a:extLst>
          </p:cNvPr>
          <p:cNvSpPr txBox="1"/>
          <p:nvPr/>
        </p:nvSpPr>
        <p:spPr>
          <a:xfrm>
            <a:off x="9330159" y="256692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B996A6-DEE4-43DA-9848-D0D733A65C76}"/>
              </a:ext>
            </a:extLst>
          </p:cNvPr>
          <p:cNvSpPr txBox="1"/>
          <p:nvPr/>
        </p:nvSpPr>
        <p:spPr>
          <a:xfrm>
            <a:off x="10864674" y="301662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E9A385F-8601-4919-A42E-C802A913A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238" y="1668995"/>
            <a:ext cx="3262414" cy="5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2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530261B-53E2-4288-8859-5D5CF80AB8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1842563"/>
              </p:ext>
            </p:extLst>
          </p:nvPr>
        </p:nvGraphicFramePr>
        <p:xfrm>
          <a:off x="482578" y="126460"/>
          <a:ext cx="11493400" cy="651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DE8AB81-20FB-438B-BFB3-FBD77416EF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814977"/>
              </p:ext>
            </p:extLst>
          </p:nvPr>
        </p:nvGraphicFramePr>
        <p:xfrm>
          <a:off x="6744621" y="1647060"/>
          <a:ext cx="5132396" cy="3038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1B58E8E1-FA18-4B05-837C-9B667C8330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915609"/>
              </p:ext>
            </p:extLst>
          </p:nvPr>
        </p:nvGraphicFramePr>
        <p:xfrm>
          <a:off x="1612225" y="3383478"/>
          <a:ext cx="5132396" cy="3039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EA7CEF58-54D4-4C16-BFD3-08CD7681E760}"/>
              </a:ext>
            </a:extLst>
          </p:cNvPr>
          <p:cNvSpPr txBox="1"/>
          <p:nvPr/>
        </p:nvSpPr>
        <p:spPr>
          <a:xfrm>
            <a:off x="1551228" y="283673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0A3103-CD06-451E-AA97-C7CE280404FF}"/>
              </a:ext>
            </a:extLst>
          </p:cNvPr>
          <p:cNvSpPr txBox="1"/>
          <p:nvPr/>
        </p:nvSpPr>
        <p:spPr>
          <a:xfrm>
            <a:off x="3017562" y="37727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9514C8-84E1-40C5-83A1-CFAEEB9A695C}"/>
              </a:ext>
            </a:extLst>
          </p:cNvPr>
          <p:cNvSpPr txBox="1"/>
          <p:nvPr/>
        </p:nvSpPr>
        <p:spPr>
          <a:xfrm>
            <a:off x="4554879" y="475648"/>
            <a:ext cx="295274" cy="37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017190-B9CD-457B-B1BC-4EADEC5891B0}"/>
              </a:ext>
            </a:extLst>
          </p:cNvPr>
          <p:cNvSpPr txBox="1"/>
          <p:nvPr/>
        </p:nvSpPr>
        <p:spPr>
          <a:xfrm>
            <a:off x="1962679" y="283673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1BD36B2-0780-4ACD-827F-F9ABFBCB0F76}"/>
              </a:ext>
            </a:extLst>
          </p:cNvPr>
          <p:cNvSpPr txBox="1"/>
          <p:nvPr/>
        </p:nvSpPr>
        <p:spPr>
          <a:xfrm>
            <a:off x="3481733" y="37727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C33BF6-2F59-4293-9908-AF6ED22266A2}"/>
              </a:ext>
            </a:extLst>
          </p:cNvPr>
          <p:cNvSpPr txBox="1"/>
          <p:nvPr/>
        </p:nvSpPr>
        <p:spPr>
          <a:xfrm>
            <a:off x="4976678" y="2145937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23E8D93-439C-49DA-A4E0-2C5398992533}"/>
              </a:ext>
            </a:extLst>
          </p:cNvPr>
          <p:cNvSpPr txBox="1"/>
          <p:nvPr/>
        </p:nvSpPr>
        <p:spPr>
          <a:xfrm>
            <a:off x="7723013" y="1971833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F5C6446-7634-44FA-BA17-5D3E9AFEF587}"/>
              </a:ext>
            </a:extLst>
          </p:cNvPr>
          <p:cNvSpPr txBox="1"/>
          <p:nvPr/>
        </p:nvSpPr>
        <p:spPr>
          <a:xfrm>
            <a:off x="9140139" y="1923036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ab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0F6711-0EF8-41F6-A94E-EEAF6A061AA6}"/>
              </a:ext>
            </a:extLst>
          </p:cNvPr>
          <p:cNvSpPr txBox="1"/>
          <p:nvPr/>
        </p:nvSpPr>
        <p:spPr>
          <a:xfrm>
            <a:off x="10661892" y="2298895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CCD28F7-C60E-45BF-8395-CC7791E0A1CA}"/>
              </a:ext>
            </a:extLst>
          </p:cNvPr>
          <p:cNvSpPr txBox="1"/>
          <p:nvPr/>
        </p:nvSpPr>
        <p:spPr>
          <a:xfrm>
            <a:off x="8105120" y="1971674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ab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B35E28F-B732-4A27-BEE0-0933E9246E40}"/>
              </a:ext>
            </a:extLst>
          </p:cNvPr>
          <p:cNvSpPr txBox="1"/>
          <p:nvPr/>
        </p:nvSpPr>
        <p:spPr>
          <a:xfrm>
            <a:off x="9629517" y="1923036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18AC4F-9100-401E-BBBC-1B992A924CAD}"/>
              </a:ext>
            </a:extLst>
          </p:cNvPr>
          <p:cNvSpPr txBox="1"/>
          <p:nvPr/>
        </p:nvSpPr>
        <p:spPr>
          <a:xfrm>
            <a:off x="11063264" y="3135396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DC914C5-2ACE-4BDD-918D-6D64D7030590}"/>
              </a:ext>
            </a:extLst>
          </p:cNvPr>
          <p:cNvSpPr txBox="1"/>
          <p:nvPr/>
        </p:nvSpPr>
        <p:spPr>
          <a:xfrm>
            <a:off x="2587000" y="3906879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F09D2C8-DF36-4B75-A360-09822F1BB835}"/>
              </a:ext>
            </a:extLst>
          </p:cNvPr>
          <p:cNvSpPr txBox="1"/>
          <p:nvPr/>
        </p:nvSpPr>
        <p:spPr>
          <a:xfrm>
            <a:off x="4046557" y="390687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FE7AF1A-27C4-4B54-B1D6-14A5ED658D50}"/>
              </a:ext>
            </a:extLst>
          </p:cNvPr>
          <p:cNvSpPr txBox="1"/>
          <p:nvPr/>
        </p:nvSpPr>
        <p:spPr>
          <a:xfrm>
            <a:off x="3004186" y="3838597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CF8BB01-9FE4-4694-B948-3E4D892D7711}"/>
              </a:ext>
            </a:extLst>
          </p:cNvPr>
          <p:cNvSpPr txBox="1"/>
          <p:nvPr/>
        </p:nvSpPr>
        <p:spPr>
          <a:xfrm>
            <a:off x="4463743" y="4000689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C88E441-D134-4214-A95D-B8692059320E}"/>
              </a:ext>
            </a:extLst>
          </p:cNvPr>
          <p:cNvSpPr txBox="1"/>
          <p:nvPr/>
        </p:nvSpPr>
        <p:spPr>
          <a:xfrm>
            <a:off x="5941024" y="4573571"/>
            <a:ext cx="47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</a:t>
            </a:r>
          </a:p>
        </p:txBody>
      </p:sp>
      <p:sp>
        <p:nvSpPr>
          <p:cNvPr id="25" name="CuadroTexto 1">
            <a:extLst>
              <a:ext uri="{FF2B5EF4-FFF2-40B4-BE49-F238E27FC236}">
                <a16:creationId xmlns:a16="http://schemas.microsoft.com/office/drawing/2014/main" id="{AEA44ACD-9471-4009-9E20-842D014C0D72}"/>
              </a:ext>
            </a:extLst>
          </p:cNvPr>
          <p:cNvSpPr txBox="1"/>
          <p:nvPr/>
        </p:nvSpPr>
        <p:spPr>
          <a:xfrm>
            <a:off x="7215563" y="4903420"/>
            <a:ext cx="4976437" cy="679369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1" i="1" dirty="0" err="1"/>
              <a:t>Quantity</a:t>
            </a:r>
            <a:r>
              <a:rPr lang="es-ES" sz="1100" b="1" i="1" dirty="0"/>
              <a:t> </a:t>
            </a:r>
            <a:r>
              <a:rPr lang="es-ES" sz="1100" b="1" i="1" dirty="0" err="1"/>
              <a:t>of</a:t>
            </a:r>
            <a:r>
              <a:rPr lang="es-ES" sz="1100" b="1" i="1" dirty="0"/>
              <a:t> </a:t>
            </a:r>
            <a:r>
              <a:rPr lang="es-ES" sz="1100" b="1" i="1" dirty="0" err="1"/>
              <a:t>bark</a:t>
            </a:r>
            <a:r>
              <a:rPr lang="es-ES" sz="1100" b="1" i="1" dirty="0"/>
              <a:t> (%)</a:t>
            </a:r>
            <a:r>
              <a:rPr lang="es-ES" b="1" i="1" dirty="0"/>
              <a:t>  </a:t>
            </a:r>
            <a:r>
              <a:rPr lang="es-ES" b="1" i="1" dirty="0" err="1"/>
              <a:t>of</a:t>
            </a:r>
            <a:r>
              <a:rPr lang="es-ES" b="1" i="1" dirty="0"/>
              <a:t> </a:t>
            </a:r>
            <a:r>
              <a:rPr lang="es-ES" b="1" i="1" u="sng" dirty="0" err="1"/>
              <a:t>Abies</a:t>
            </a:r>
            <a:r>
              <a:rPr lang="es-ES" b="1" i="1" u="sng" dirty="0"/>
              <a:t> alba </a:t>
            </a:r>
            <a:r>
              <a:rPr lang="es-ES" b="1" i="1" dirty="0"/>
              <a:t>(Blue) and </a:t>
            </a:r>
            <a:r>
              <a:rPr lang="es-ES" b="1" i="1" u="sng" dirty="0" err="1"/>
              <a:t>Fagus</a:t>
            </a:r>
            <a:r>
              <a:rPr lang="es-ES" b="1" i="1" u="sng" dirty="0"/>
              <a:t> </a:t>
            </a:r>
            <a:r>
              <a:rPr lang="es-ES" b="1" i="1" u="sng" dirty="0" err="1"/>
              <a:t>sylvatica</a:t>
            </a:r>
            <a:r>
              <a:rPr lang="es-ES" b="1" i="1" u="sng" dirty="0"/>
              <a:t> </a:t>
            </a:r>
            <a:r>
              <a:rPr lang="es-ES" b="1" i="1" dirty="0"/>
              <a:t>(Orange) in</a:t>
            </a:r>
          </a:p>
          <a:p>
            <a:r>
              <a:rPr lang="es-ES" b="1" i="1" dirty="0" err="1"/>
              <a:t>three</a:t>
            </a:r>
            <a:r>
              <a:rPr lang="es-ES" b="1" i="1" dirty="0"/>
              <a:t> </a:t>
            </a:r>
            <a:r>
              <a:rPr lang="es-ES" b="1" i="1" dirty="0" err="1"/>
              <a:t>degradation</a:t>
            </a:r>
            <a:r>
              <a:rPr lang="es-ES" b="1" i="1" dirty="0"/>
              <a:t> </a:t>
            </a:r>
            <a:r>
              <a:rPr lang="es-ES" b="1" i="1" dirty="0" err="1"/>
              <a:t>classes</a:t>
            </a:r>
            <a:r>
              <a:rPr lang="es-ES" b="1" i="1" dirty="0"/>
              <a:t> (1, 2  and 4). </a:t>
            </a:r>
            <a:r>
              <a:rPr lang="es-ES" b="1" i="1" dirty="0" err="1"/>
              <a:t>Supperscripted</a:t>
            </a:r>
            <a:r>
              <a:rPr lang="es-ES" b="1" i="1" dirty="0"/>
              <a:t> </a:t>
            </a:r>
            <a:r>
              <a:rPr lang="es-ES" b="1" i="1" dirty="0" err="1"/>
              <a:t>letters</a:t>
            </a:r>
            <a:r>
              <a:rPr lang="es-ES" b="1" i="1" dirty="0"/>
              <a:t> denote </a:t>
            </a:r>
            <a:r>
              <a:rPr lang="es-ES" b="1" i="1" dirty="0" err="1"/>
              <a:t>statistically</a:t>
            </a:r>
            <a:r>
              <a:rPr lang="es-ES" b="1" i="1" dirty="0"/>
              <a:t> </a:t>
            </a:r>
          </a:p>
          <a:p>
            <a:r>
              <a:rPr lang="es-ES" b="1" i="1" dirty="0" err="1"/>
              <a:t>significant</a:t>
            </a:r>
            <a:r>
              <a:rPr lang="es-ES" b="1" i="1" dirty="0"/>
              <a:t> </a:t>
            </a:r>
            <a:r>
              <a:rPr lang="es-ES" b="1" i="1" dirty="0" err="1"/>
              <a:t>differences</a:t>
            </a:r>
            <a:r>
              <a:rPr lang="es-ES" b="1" i="1" dirty="0"/>
              <a:t> at p &lt; 0.05 after </a:t>
            </a:r>
            <a:r>
              <a:rPr lang="es-ES" sz="1100" b="1" i="1" dirty="0"/>
              <a:t>Wilcoxon </a:t>
            </a:r>
            <a:r>
              <a:rPr lang="es-ES" sz="1100" b="1" i="1" dirty="0" err="1"/>
              <a:t>signed-rank</a:t>
            </a:r>
            <a:r>
              <a:rPr lang="es-ES" sz="1100" b="1" i="1" dirty="0"/>
              <a:t> test</a:t>
            </a:r>
            <a:r>
              <a:rPr lang="es-ES" b="1" i="1" dirty="0"/>
              <a:t>. </a:t>
            </a:r>
            <a:endParaRPr lang="es-ES" sz="1100" b="1" i="1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A55B1AD1-2B28-43BB-9202-308A9512D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8251" y="974093"/>
            <a:ext cx="3262414" cy="5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3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046F39A-BE95-4EAC-8716-05D2BCCB1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5182895"/>
              </p:ext>
            </p:extLst>
          </p:nvPr>
        </p:nvGraphicFramePr>
        <p:xfrm>
          <a:off x="515393" y="0"/>
          <a:ext cx="5817313" cy="35309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25ED299-C08D-4A37-8258-19A225DD99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4473518"/>
              </p:ext>
            </p:extLst>
          </p:nvPr>
        </p:nvGraphicFramePr>
        <p:xfrm>
          <a:off x="6469152" y="2480161"/>
          <a:ext cx="5288740" cy="350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7F248E2C-FAB1-4CE3-AB3E-F5C0893B41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2003637"/>
              </p:ext>
            </p:extLst>
          </p:nvPr>
        </p:nvGraphicFramePr>
        <p:xfrm>
          <a:off x="424870" y="3305093"/>
          <a:ext cx="5671130" cy="3433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1948AF4F-6431-47CA-8BAC-D96103245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199" y="1686331"/>
            <a:ext cx="3262414" cy="562012"/>
          </a:xfrm>
          <a:prstGeom prst="rect">
            <a:avLst/>
          </a:prstGeom>
        </p:spPr>
      </p:pic>
      <p:sp>
        <p:nvSpPr>
          <p:cNvPr id="10" name="CuadroTexto 6">
            <a:extLst>
              <a:ext uri="{FF2B5EF4-FFF2-40B4-BE49-F238E27FC236}">
                <a16:creationId xmlns:a16="http://schemas.microsoft.com/office/drawing/2014/main" id="{D87D6145-243E-47B4-995C-2FF5A07EDC02}"/>
              </a:ext>
            </a:extLst>
          </p:cNvPr>
          <p:cNvSpPr txBox="1"/>
          <p:nvPr/>
        </p:nvSpPr>
        <p:spPr>
          <a:xfrm>
            <a:off x="8173777" y="781765"/>
            <a:ext cx="1879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 dirty="0" err="1"/>
              <a:t>Water</a:t>
            </a:r>
            <a:r>
              <a:rPr lang="es-ES" sz="3200" b="1" dirty="0"/>
              <a:t> (%)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D00BD6-4521-4F80-9082-938AC2802F30}"/>
              </a:ext>
            </a:extLst>
          </p:cNvPr>
          <p:cNvSpPr txBox="1"/>
          <p:nvPr/>
        </p:nvSpPr>
        <p:spPr>
          <a:xfrm>
            <a:off x="1479624" y="109854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4AE486-B607-4CB9-BC59-385723627BF2}"/>
              </a:ext>
            </a:extLst>
          </p:cNvPr>
          <p:cNvSpPr txBox="1"/>
          <p:nvPr/>
        </p:nvSpPr>
        <p:spPr>
          <a:xfrm>
            <a:off x="3219740" y="641898"/>
            <a:ext cx="408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bc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7009F6-6D0D-42D0-9DDD-4C45BAB39C0A}"/>
              </a:ext>
            </a:extLst>
          </p:cNvPr>
          <p:cNvSpPr txBox="1"/>
          <p:nvPr/>
        </p:nvSpPr>
        <p:spPr>
          <a:xfrm>
            <a:off x="4874577" y="921901"/>
            <a:ext cx="408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bc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52BDDEE-1B6A-480E-9F13-A6BF33CD3CE4}"/>
              </a:ext>
            </a:extLst>
          </p:cNvPr>
          <p:cNvSpPr txBox="1"/>
          <p:nvPr/>
        </p:nvSpPr>
        <p:spPr>
          <a:xfrm>
            <a:off x="2004380" y="107415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7855936-A26C-41B1-8379-6C8E96DB9892}"/>
              </a:ext>
            </a:extLst>
          </p:cNvPr>
          <p:cNvSpPr txBox="1"/>
          <p:nvPr/>
        </p:nvSpPr>
        <p:spPr>
          <a:xfrm>
            <a:off x="3758528" y="1011230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66636A-D3F3-4E8A-81BA-7E94A347AD10}"/>
              </a:ext>
            </a:extLst>
          </p:cNvPr>
          <p:cNvSpPr txBox="1"/>
          <p:nvPr/>
        </p:nvSpPr>
        <p:spPr>
          <a:xfrm>
            <a:off x="5374104" y="1195896"/>
            <a:ext cx="43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bc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B643128-E81C-4988-B1B3-A0A91D09DB81}"/>
              </a:ext>
            </a:extLst>
          </p:cNvPr>
          <p:cNvSpPr txBox="1"/>
          <p:nvPr/>
        </p:nvSpPr>
        <p:spPr>
          <a:xfrm>
            <a:off x="7429709" y="330748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288302-6EB6-447C-B5C1-26756DEA0439}"/>
              </a:ext>
            </a:extLst>
          </p:cNvPr>
          <p:cNvSpPr txBox="1"/>
          <p:nvPr/>
        </p:nvSpPr>
        <p:spPr>
          <a:xfrm>
            <a:off x="8966141" y="349215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06538AD-F38C-458E-A53C-05B3FDC82C54}"/>
              </a:ext>
            </a:extLst>
          </p:cNvPr>
          <p:cNvSpPr txBox="1"/>
          <p:nvPr/>
        </p:nvSpPr>
        <p:spPr>
          <a:xfrm>
            <a:off x="10501099" y="3492155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538778-2A97-4CEE-AD73-9A66FB28B530}"/>
              </a:ext>
            </a:extLst>
          </p:cNvPr>
          <p:cNvSpPr txBox="1"/>
          <p:nvPr/>
        </p:nvSpPr>
        <p:spPr>
          <a:xfrm>
            <a:off x="7282072" y="39237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02AEEE5-BD95-4DB9-88C7-89F104C9C8B5}"/>
              </a:ext>
            </a:extLst>
          </p:cNvPr>
          <p:cNvSpPr txBox="1"/>
          <p:nvPr/>
        </p:nvSpPr>
        <p:spPr>
          <a:xfrm>
            <a:off x="9418224" y="378213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A7EC36F-C38A-4B02-99D5-0B735C1698D8}"/>
              </a:ext>
            </a:extLst>
          </p:cNvPr>
          <p:cNvSpPr txBox="1"/>
          <p:nvPr/>
        </p:nvSpPr>
        <p:spPr>
          <a:xfrm>
            <a:off x="8030903" y="3692959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C6E9B77-61EF-43F8-9327-2880267DD780}"/>
              </a:ext>
            </a:extLst>
          </p:cNvPr>
          <p:cNvSpPr txBox="1"/>
          <p:nvPr/>
        </p:nvSpPr>
        <p:spPr>
          <a:xfrm>
            <a:off x="10932496" y="2806126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6A5AD54-A197-4F2F-B995-0CCD2CA0CF37}"/>
              </a:ext>
            </a:extLst>
          </p:cNvPr>
          <p:cNvSpPr txBox="1"/>
          <p:nvPr/>
        </p:nvSpPr>
        <p:spPr>
          <a:xfrm>
            <a:off x="1479624" y="4403642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6A60C2-2FC4-449F-80F9-A30CF73A1D59}"/>
              </a:ext>
            </a:extLst>
          </p:cNvPr>
          <p:cNvSpPr txBox="1"/>
          <p:nvPr/>
        </p:nvSpPr>
        <p:spPr>
          <a:xfrm>
            <a:off x="3072103" y="449323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92805D3-E42F-4727-A2E6-8BBEDBB777C0}"/>
              </a:ext>
            </a:extLst>
          </p:cNvPr>
          <p:cNvSpPr txBox="1"/>
          <p:nvPr/>
        </p:nvSpPr>
        <p:spPr>
          <a:xfrm>
            <a:off x="4726940" y="4034310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90FCAD0-ED69-4C9C-90D5-0A46CD3F0A9F}"/>
              </a:ext>
            </a:extLst>
          </p:cNvPr>
          <p:cNvSpPr txBox="1"/>
          <p:nvPr/>
        </p:nvSpPr>
        <p:spPr>
          <a:xfrm>
            <a:off x="1911344" y="449323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4C0E0A6-B304-4AE3-9FCD-132FCC3BD98C}"/>
              </a:ext>
            </a:extLst>
          </p:cNvPr>
          <p:cNvSpPr txBox="1"/>
          <p:nvPr/>
        </p:nvSpPr>
        <p:spPr>
          <a:xfrm>
            <a:off x="3545455" y="4618648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8468EF4-238E-4CCB-B45E-6D874BFDD526}"/>
              </a:ext>
            </a:extLst>
          </p:cNvPr>
          <p:cNvSpPr txBox="1"/>
          <p:nvPr/>
        </p:nvSpPr>
        <p:spPr>
          <a:xfrm>
            <a:off x="5226467" y="3782134"/>
            <a:ext cx="29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</a:t>
            </a:r>
          </a:p>
        </p:txBody>
      </p:sp>
      <p:sp>
        <p:nvSpPr>
          <p:cNvPr id="28" name="CuadroTexto 1">
            <a:extLst>
              <a:ext uri="{FF2B5EF4-FFF2-40B4-BE49-F238E27FC236}">
                <a16:creationId xmlns:a16="http://schemas.microsoft.com/office/drawing/2014/main" id="{E957DCE3-D1F6-4444-9567-E6F51E3A63AD}"/>
              </a:ext>
            </a:extLst>
          </p:cNvPr>
          <p:cNvSpPr txBox="1"/>
          <p:nvPr/>
        </p:nvSpPr>
        <p:spPr>
          <a:xfrm>
            <a:off x="6717187" y="5890182"/>
            <a:ext cx="4976437" cy="679369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i="1" dirty="0" err="1"/>
              <a:t>Water</a:t>
            </a:r>
            <a:r>
              <a:rPr lang="es-ES" b="1" i="1" dirty="0"/>
              <a:t> </a:t>
            </a:r>
            <a:r>
              <a:rPr lang="es-ES" b="1" i="1" dirty="0" err="1"/>
              <a:t>content</a:t>
            </a:r>
            <a:r>
              <a:rPr lang="es-ES" b="1" i="1" dirty="0"/>
              <a:t> (%)</a:t>
            </a:r>
            <a:r>
              <a:rPr lang="es-ES" b="1" i="1" dirty="0" err="1"/>
              <a:t>of</a:t>
            </a:r>
            <a:r>
              <a:rPr lang="es-ES" b="1" i="1" dirty="0"/>
              <a:t> </a:t>
            </a:r>
            <a:r>
              <a:rPr lang="es-ES" b="1" i="1" u="sng" dirty="0" err="1"/>
              <a:t>Abies</a:t>
            </a:r>
            <a:r>
              <a:rPr lang="es-ES" b="1" i="1" u="sng" dirty="0"/>
              <a:t> alba </a:t>
            </a:r>
            <a:r>
              <a:rPr lang="es-ES" b="1" i="1" dirty="0"/>
              <a:t>(Blue) and </a:t>
            </a:r>
            <a:r>
              <a:rPr lang="es-ES" b="1" i="1" u="sng" dirty="0" err="1"/>
              <a:t>Fagus</a:t>
            </a:r>
            <a:r>
              <a:rPr lang="es-ES" b="1" i="1" u="sng" dirty="0"/>
              <a:t> </a:t>
            </a:r>
            <a:r>
              <a:rPr lang="es-ES" b="1" i="1" u="sng" dirty="0" err="1"/>
              <a:t>sylvatica</a:t>
            </a:r>
            <a:r>
              <a:rPr lang="es-ES" b="1" i="1" u="sng" dirty="0"/>
              <a:t> </a:t>
            </a:r>
            <a:r>
              <a:rPr lang="es-ES" b="1" i="1" dirty="0"/>
              <a:t>(Orange) in</a:t>
            </a:r>
          </a:p>
          <a:p>
            <a:r>
              <a:rPr lang="es-ES" b="1" i="1" dirty="0" err="1"/>
              <a:t>three</a:t>
            </a:r>
            <a:r>
              <a:rPr lang="es-ES" b="1" i="1" dirty="0"/>
              <a:t> </a:t>
            </a:r>
            <a:r>
              <a:rPr lang="es-ES" b="1" i="1" dirty="0" err="1"/>
              <a:t>degradation</a:t>
            </a:r>
            <a:r>
              <a:rPr lang="es-ES" b="1" i="1" dirty="0"/>
              <a:t> </a:t>
            </a:r>
            <a:r>
              <a:rPr lang="es-ES" b="1" i="1" dirty="0" err="1"/>
              <a:t>classes</a:t>
            </a:r>
            <a:r>
              <a:rPr lang="es-ES" b="1" i="1" dirty="0"/>
              <a:t> (1, 2  and 4). </a:t>
            </a:r>
            <a:r>
              <a:rPr lang="es-ES" b="1" i="1" dirty="0" err="1"/>
              <a:t>Supperscripted</a:t>
            </a:r>
            <a:r>
              <a:rPr lang="es-ES" b="1" i="1" dirty="0"/>
              <a:t> </a:t>
            </a:r>
            <a:r>
              <a:rPr lang="es-ES" b="1" i="1" dirty="0" err="1"/>
              <a:t>letters</a:t>
            </a:r>
            <a:r>
              <a:rPr lang="es-ES" b="1" i="1" dirty="0"/>
              <a:t> denote </a:t>
            </a:r>
            <a:r>
              <a:rPr lang="es-ES" b="1" i="1" dirty="0" err="1"/>
              <a:t>statistically</a:t>
            </a:r>
            <a:r>
              <a:rPr lang="es-ES" b="1" i="1" dirty="0"/>
              <a:t> </a:t>
            </a:r>
          </a:p>
          <a:p>
            <a:r>
              <a:rPr lang="es-ES" b="1" i="1" dirty="0" err="1"/>
              <a:t>significant</a:t>
            </a:r>
            <a:r>
              <a:rPr lang="es-ES" b="1" i="1" dirty="0"/>
              <a:t> </a:t>
            </a:r>
            <a:r>
              <a:rPr lang="es-ES" b="1" i="1" dirty="0" err="1"/>
              <a:t>differences</a:t>
            </a:r>
            <a:r>
              <a:rPr lang="es-ES" b="1" i="1" dirty="0"/>
              <a:t> at p &lt; 0.05 after </a:t>
            </a:r>
            <a:r>
              <a:rPr lang="es-ES" sz="1100" b="1" i="1" dirty="0"/>
              <a:t>Wilcoxon </a:t>
            </a:r>
            <a:r>
              <a:rPr lang="es-ES" sz="1100" b="1" i="1" dirty="0" err="1"/>
              <a:t>signed-rank</a:t>
            </a:r>
            <a:r>
              <a:rPr lang="es-ES" sz="1100" b="1" i="1" dirty="0"/>
              <a:t> test</a:t>
            </a:r>
            <a:r>
              <a:rPr lang="es-ES" b="1" i="1" dirty="0"/>
              <a:t>. </a:t>
            </a:r>
            <a:endParaRPr lang="es-ES" sz="1100" b="1" i="1" dirty="0"/>
          </a:p>
        </p:txBody>
      </p:sp>
    </p:spTree>
    <p:extLst>
      <p:ext uri="{BB962C8B-B14F-4D97-AF65-F5344CB8AC3E}">
        <p14:creationId xmlns:p14="http://schemas.microsoft.com/office/powerpoint/2010/main" val="228288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11CDCC75-8F9A-418E-BB01-FD72720B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750" y="470891"/>
            <a:ext cx="3624792" cy="3128836"/>
          </a:xfrm>
          <a:prstGeom prst="rect">
            <a:avLst/>
          </a:prstGeom>
        </p:spPr>
      </p:pic>
      <p:pic>
        <p:nvPicPr>
          <p:cNvPr id="9" name="Imagen 8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2CF3748D-3D76-4E9D-BEEC-C30F7E5CC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254" y="439241"/>
            <a:ext cx="3624792" cy="3128836"/>
          </a:xfrm>
          <a:prstGeom prst="rect">
            <a:avLst/>
          </a:prstGeom>
        </p:spPr>
      </p:pic>
      <p:pic>
        <p:nvPicPr>
          <p:cNvPr id="5" name="Imagen 4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FA839021-5D18-486F-9F53-6E83943B7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645" y="470891"/>
            <a:ext cx="3624792" cy="312883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868F8C9-BFF6-41B1-9D48-D3885828F4E9}"/>
              </a:ext>
            </a:extLst>
          </p:cNvPr>
          <p:cNvSpPr txBox="1"/>
          <p:nvPr/>
        </p:nvSpPr>
        <p:spPr>
          <a:xfrm>
            <a:off x="3603138" y="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1 cm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272DF44-1C58-4AFB-BC5B-095907638970}"/>
              </a:ext>
            </a:extLst>
          </p:cNvPr>
          <p:cNvSpPr txBox="1"/>
          <p:nvPr/>
        </p:nvSpPr>
        <p:spPr>
          <a:xfrm>
            <a:off x="6709458" y="45701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10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A96ACF-C12B-4949-A539-F7578D766293}"/>
              </a:ext>
            </a:extLst>
          </p:cNvPr>
          <p:cNvSpPr txBox="1"/>
          <p:nvPr/>
        </p:nvSpPr>
        <p:spPr>
          <a:xfrm>
            <a:off x="9942175" y="85734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25 cm</a:t>
            </a:r>
          </a:p>
        </p:txBody>
      </p:sp>
      <p:pic>
        <p:nvPicPr>
          <p:cNvPr id="14" name="Imagen 13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C6593AA1-011A-4F54-BC78-938935F88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47" y="3729163"/>
            <a:ext cx="3624792" cy="312883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99104E1-B3C0-4B3E-B0D7-E1569B251A25}"/>
              </a:ext>
            </a:extLst>
          </p:cNvPr>
          <p:cNvSpPr txBox="1"/>
          <p:nvPr/>
        </p:nvSpPr>
        <p:spPr>
          <a:xfrm rot="16200000">
            <a:off x="908386" y="863052"/>
            <a:ext cx="1680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Abies</a:t>
            </a:r>
            <a:r>
              <a:rPr lang="es-ES" sz="2800" b="1" dirty="0"/>
              <a:t> alba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3937594-DBD2-4A6F-A34D-8E6192F5C877}"/>
              </a:ext>
            </a:extLst>
          </p:cNvPr>
          <p:cNvSpPr txBox="1"/>
          <p:nvPr/>
        </p:nvSpPr>
        <p:spPr>
          <a:xfrm rot="16200000">
            <a:off x="908387" y="4568151"/>
            <a:ext cx="1680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Fagus</a:t>
            </a:r>
            <a:r>
              <a:rPr lang="es-ES" sz="2800" b="1" dirty="0"/>
              <a:t> </a:t>
            </a:r>
            <a:r>
              <a:rPr lang="es-ES" sz="2800" b="1" dirty="0" err="1"/>
              <a:t>sylvatica</a:t>
            </a:r>
            <a:endParaRPr lang="es-ES" sz="2800" b="1" dirty="0"/>
          </a:p>
        </p:txBody>
      </p:sp>
      <p:pic>
        <p:nvPicPr>
          <p:cNvPr id="18" name="Imagen 17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2927BEDB-56D6-4762-A02F-8E9B6B55E3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905" y="3729163"/>
            <a:ext cx="3624792" cy="3128837"/>
          </a:xfrm>
          <a:prstGeom prst="rect">
            <a:avLst/>
          </a:prstGeom>
        </p:spPr>
      </p:pic>
      <p:pic>
        <p:nvPicPr>
          <p:cNvPr id="20" name="Imagen 19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1F63B51A-8466-4725-AA53-20EC85FB68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645" y="3729163"/>
            <a:ext cx="3624792" cy="312883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A799D20-2517-4119-8A13-49C891A1F95C}"/>
              </a:ext>
            </a:extLst>
          </p:cNvPr>
          <p:cNvSpPr txBox="1"/>
          <p:nvPr/>
        </p:nvSpPr>
        <p:spPr>
          <a:xfrm>
            <a:off x="119486" y="2263245"/>
            <a:ext cx="15564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/>
              <a:t>Scatterplot</a:t>
            </a:r>
            <a:r>
              <a:rPr lang="es-ES" sz="1400" b="1" dirty="0"/>
              <a:t> </a:t>
            </a:r>
            <a:r>
              <a:rPr lang="es-ES" sz="1400" b="1" dirty="0" err="1"/>
              <a:t>of</a:t>
            </a:r>
            <a:r>
              <a:rPr lang="es-ES" sz="1400" b="1" dirty="0"/>
              <a:t> </a:t>
            </a:r>
            <a:r>
              <a:rPr lang="es-ES" sz="1400" b="1" dirty="0" err="1"/>
              <a:t>the</a:t>
            </a:r>
            <a:r>
              <a:rPr lang="es-ES" sz="1400" b="1" dirty="0"/>
              <a:t> </a:t>
            </a:r>
            <a:r>
              <a:rPr lang="es-ES" sz="1400" b="1" dirty="0" err="1"/>
              <a:t>respiration</a:t>
            </a:r>
            <a:r>
              <a:rPr lang="es-ES" sz="1400" b="1" dirty="0"/>
              <a:t> in </a:t>
            </a:r>
            <a:r>
              <a:rPr lang="es-ES" sz="1400" b="1" i="1" dirty="0"/>
              <a:t>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</a:t>
            </a:r>
            <a:r>
              <a:rPr lang="es-ES" sz="1400" b="1" i="1" dirty="0"/>
              <a:t>  (Y-axis) and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 (X-axis)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u="sng" dirty="0" err="1"/>
              <a:t>Abies</a:t>
            </a:r>
            <a:r>
              <a:rPr lang="es-ES" sz="1400" b="1" i="1" u="sng" dirty="0"/>
              <a:t> alba </a:t>
            </a:r>
            <a:r>
              <a:rPr lang="es-ES" sz="1400" b="1" i="1" dirty="0"/>
              <a:t>(up) and </a:t>
            </a:r>
            <a:r>
              <a:rPr lang="es-ES" sz="1400" b="1" i="1" u="sng" dirty="0" err="1"/>
              <a:t>Fagus</a:t>
            </a:r>
            <a:r>
              <a:rPr lang="es-ES" sz="1400" b="1" i="1" u="sng" dirty="0"/>
              <a:t> </a:t>
            </a:r>
            <a:r>
              <a:rPr lang="es-ES" sz="1400" b="1" i="1" u="sng" dirty="0" err="1"/>
              <a:t>sylvatica</a:t>
            </a:r>
            <a:r>
              <a:rPr lang="es-ES" sz="1400" b="1" i="1" u="sng" dirty="0"/>
              <a:t> </a:t>
            </a:r>
            <a:r>
              <a:rPr lang="es-ES" sz="1400" b="1" i="1" dirty="0"/>
              <a:t>(</a:t>
            </a:r>
            <a:r>
              <a:rPr lang="es-ES" sz="1400" b="1" i="1" dirty="0" err="1"/>
              <a:t>down</a:t>
            </a:r>
            <a:r>
              <a:rPr lang="es-ES" sz="1400" b="1" i="1" dirty="0"/>
              <a:t>). </a:t>
            </a:r>
            <a:r>
              <a:rPr lang="es-ES" sz="1400" b="1" i="1" dirty="0" err="1"/>
              <a:t>Colour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dots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</a:t>
            </a:r>
            <a:r>
              <a:rPr lang="es-ES" sz="1400" b="1" i="1" dirty="0" err="1"/>
              <a:t>degradation</a:t>
            </a:r>
            <a:r>
              <a:rPr lang="es-ES" sz="1400" b="1" i="1" dirty="0"/>
              <a:t> </a:t>
            </a:r>
            <a:r>
              <a:rPr lang="es-ES" sz="1400" b="1" i="1" dirty="0" err="1"/>
              <a:t>classes</a:t>
            </a:r>
            <a:r>
              <a:rPr lang="es-ES" sz="1400" b="1" i="1" dirty="0"/>
              <a:t> 1(red), 2(</a:t>
            </a:r>
            <a:r>
              <a:rPr lang="es-ES" sz="1400" b="1" i="1" dirty="0" err="1"/>
              <a:t>green</a:t>
            </a:r>
            <a:r>
              <a:rPr lang="es-ES" sz="1400" b="1" i="1" dirty="0"/>
              <a:t>) and 4(blue)</a:t>
            </a:r>
            <a:r>
              <a:rPr lang="es-ES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696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8558EA2-62B7-45B9-9F7A-107DACB8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11" y="264035"/>
            <a:ext cx="5192887" cy="32010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1D1F1ED-20D0-4883-9DE8-ED06F2BB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4036"/>
            <a:ext cx="5192887" cy="32010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48401D8-E58F-4E44-B79F-7870E9A29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482" y="3656905"/>
            <a:ext cx="5192887" cy="320109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24BAA94-99E6-4C43-8395-5717918645BE}"/>
              </a:ext>
            </a:extLst>
          </p:cNvPr>
          <p:cNvSpPr txBox="1"/>
          <p:nvPr/>
        </p:nvSpPr>
        <p:spPr>
          <a:xfrm>
            <a:off x="1157591" y="78794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46BFB6-EE97-443F-B4D7-BF450D9C4A14}"/>
              </a:ext>
            </a:extLst>
          </p:cNvPr>
          <p:cNvSpPr txBox="1"/>
          <p:nvPr/>
        </p:nvSpPr>
        <p:spPr>
          <a:xfrm>
            <a:off x="6621293" y="78794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4337CA2-6E12-4784-BE82-B209AB9F8A86}"/>
              </a:ext>
            </a:extLst>
          </p:cNvPr>
          <p:cNvSpPr txBox="1"/>
          <p:nvPr/>
        </p:nvSpPr>
        <p:spPr>
          <a:xfrm>
            <a:off x="4293139" y="42088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A39AFAC-3819-46A6-A481-FA9E289A728C}"/>
              </a:ext>
            </a:extLst>
          </p:cNvPr>
          <p:cNvSpPr txBox="1"/>
          <p:nvPr/>
        </p:nvSpPr>
        <p:spPr>
          <a:xfrm>
            <a:off x="211187" y="3872457"/>
            <a:ext cx="33829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/>
              <a:t>Scatterplot</a:t>
            </a:r>
            <a:r>
              <a:rPr lang="es-ES" sz="1400" b="1" dirty="0"/>
              <a:t> </a:t>
            </a:r>
            <a:r>
              <a:rPr lang="es-ES" sz="1400" b="1" dirty="0" err="1"/>
              <a:t>of</a:t>
            </a:r>
            <a:r>
              <a:rPr lang="es-ES" sz="1400" b="1" dirty="0"/>
              <a:t> </a:t>
            </a:r>
            <a:r>
              <a:rPr lang="es-ES" sz="1400" b="1" dirty="0" err="1"/>
              <a:t>the</a:t>
            </a:r>
            <a:r>
              <a:rPr lang="es-ES" sz="1400" b="1" dirty="0"/>
              <a:t> </a:t>
            </a:r>
            <a:r>
              <a:rPr lang="es-ES" sz="1400" b="1" dirty="0" err="1"/>
              <a:t>respiration</a:t>
            </a:r>
            <a:r>
              <a:rPr lang="es-ES" sz="1400" b="1" dirty="0"/>
              <a:t> in </a:t>
            </a:r>
            <a:r>
              <a:rPr lang="es-ES" sz="1400" b="1" i="1" dirty="0"/>
              <a:t>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</a:t>
            </a:r>
            <a:r>
              <a:rPr lang="es-ES" sz="1400" b="1" i="1" dirty="0"/>
              <a:t>  (Y-axis) and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 (X-axis)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u="sng" dirty="0" err="1"/>
              <a:t>Abies</a:t>
            </a:r>
            <a:r>
              <a:rPr lang="es-ES" sz="1400" b="1" i="1" u="sng" dirty="0"/>
              <a:t> alba </a:t>
            </a:r>
            <a:r>
              <a:rPr lang="es-ES" sz="1400" b="1" i="1" dirty="0"/>
              <a:t>1 cm(A), 10 cm(B) and 25 cm(C)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. </a:t>
            </a:r>
            <a:r>
              <a:rPr lang="es-ES" sz="1400" b="1" i="1" dirty="0" err="1"/>
              <a:t>Lines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linear (red) and </a:t>
            </a:r>
            <a:r>
              <a:rPr lang="es-ES" sz="1400" b="1" i="1" dirty="0" err="1"/>
              <a:t>quantile</a:t>
            </a:r>
            <a:r>
              <a:rPr lang="es-ES" sz="1400" b="1" i="1" dirty="0"/>
              <a:t> (blue) regresión.</a:t>
            </a:r>
            <a:endParaRPr lang="es-ES" sz="1400" b="1" dirty="0"/>
          </a:p>
          <a:p>
            <a:r>
              <a:rPr lang="es-ES" sz="1400" b="1" i="1" dirty="0"/>
              <a:t>.</a:t>
            </a:r>
            <a:endParaRPr lang="es-ES" sz="14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3E4E1E-96C4-4DDD-B694-350872A17BA9}"/>
              </a:ext>
            </a:extLst>
          </p:cNvPr>
          <p:cNvSpPr txBox="1"/>
          <p:nvPr/>
        </p:nvSpPr>
        <p:spPr>
          <a:xfrm>
            <a:off x="9584194" y="3993391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Abies</a:t>
            </a:r>
            <a:r>
              <a:rPr lang="es-ES" sz="3200" b="1" dirty="0"/>
              <a:t> alba</a:t>
            </a:r>
          </a:p>
        </p:txBody>
      </p:sp>
    </p:spTree>
    <p:extLst>
      <p:ext uri="{BB962C8B-B14F-4D97-AF65-F5344CB8AC3E}">
        <p14:creationId xmlns:p14="http://schemas.microsoft.com/office/powerpoint/2010/main" val="67250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063286C-9900-4A82-9FE1-383A7DD190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3E181AE-66FF-405B-AC52-10544759F4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9DA2E7-5DCE-449B-88E0-8FAF87253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228600"/>
            <a:ext cx="5191760" cy="3200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81C6CE7-B60C-4091-A8EE-F16709574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78860"/>
            <a:ext cx="5191760" cy="32004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0B15636-B340-4A50-BFD5-B78B2EB56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152" y="3531140"/>
            <a:ext cx="5191760" cy="32004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CDED0C9-DE5E-461B-A106-971DEA7E6308}"/>
              </a:ext>
            </a:extLst>
          </p:cNvPr>
          <p:cNvSpPr txBox="1"/>
          <p:nvPr/>
        </p:nvSpPr>
        <p:spPr>
          <a:xfrm>
            <a:off x="1264596" y="81032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68E179-977B-4087-8223-05C5B505C56B}"/>
              </a:ext>
            </a:extLst>
          </p:cNvPr>
          <p:cNvSpPr txBox="1"/>
          <p:nvPr/>
        </p:nvSpPr>
        <p:spPr>
          <a:xfrm>
            <a:off x="7190470" y="810321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C9A4E96-75CF-4D08-AD60-FC62246287FA}"/>
              </a:ext>
            </a:extLst>
          </p:cNvPr>
          <p:cNvSpPr txBox="1"/>
          <p:nvPr/>
        </p:nvSpPr>
        <p:spPr>
          <a:xfrm>
            <a:off x="551655" y="4079504"/>
            <a:ext cx="33829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/>
              <a:t>Scatterplot</a:t>
            </a:r>
            <a:r>
              <a:rPr lang="es-ES" sz="1400" b="1" dirty="0"/>
              <a:t> </a:t>
            </a:r>
            <a:r>
              <a:rPr lang="es-ES" sz="1400" b="1" dirty="0" err="1"/>
              <a:t>of</a:t>
            </a:r>
            <a:r>
              <a:rPr lang="es-ES" sz="1400" b="1" dirty="0"/>
              <a:t> </a:t>
            </a:r>
            <a:r>
              <a:rPr lang="es-ES" sz="1400" b="1" dirty="0" err="1"/>
              <a:t>the</a:t>
            </a:r>
            <a:r>
              <a:rPr lang="es-ES" sz="1400" b="1" dirty="0"/>
              <a:t> </a:t>
            </a:r>
            <a:r>
              <a:rPr lang="es-ES" sz="1400" b="1" dirty="0" err="1"/>
              <a:t>respiration</a:t>
            </a:r>
            <a:r>
              <a:rPr lang="es-ES" sz="1400" b="1" dirty="0"/>
              <a:t> in </a:t>
            </a:r>
            <a:r>
              <a:rPr lang="es-ES" sz="1400" b="1" i="1" dirty="0"/>
              <a:t>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</a:t>
            </a:r>
            <a:r>
              <a:rPr lang="es-ES" sz="1400" b="1" i="1" dirty="0"/>
              <a:t>  (Y-axis) and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 (X-axis)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u="sng" dirty="0" err="1"/>
              <a:t>Fagus</a:t>
            </a:r>
            <a:r>
              <a:rPr lang="es-ES" sz="1400" b="1" i="1" u="sng" dirty="0"/>
              <a:t> </a:t>
            </a:r>
            <a:r>
              <a:rPr lang="es-ES" sz="1400" b="1" i="1" u="sng" dirty="0" err="1"/>
              <a:t>sylvatica</a:t>
            </a:r>
            <a:r>
              <a:rPr lang="es-ES" sz="1400" b="1" i="1" u="sng" dirty="0"/>
              <a:t> </a:t>
            </a:r>
            <a:r>
              <a:rPr lang="es-ES" sz="1400" b="1" i="1" dirty="0"/>
              <a:t>1 cm(A), 10 cm(B) and 25 cm(C)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. </a:t>
            </a:r>
            <a:r>
              <a:rPr lang="es-ES" sz="1400" b="1" i="1" dirty="0" err="1"/>
              <a:t>Lines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linear (red) and </a:t>
            </a:r>
            <a:r>
              <a:rPr lang="es-ES" sz="1400" b="1" i="1" dirty="0" err="1"/>
              <a:t>quantile</a:t>
            </a:r>
            <a:r>
              <a:rPr lang="es-ES" sz="1400" b="1" i="1" dirty="0"/>
              <a:t> (blue) regresión.</a:t>
            </a:r>
            <a:endParaRPr lang="es-ES" sz="1400" b="1" dirty="0"/>
          </a:p>
          <a:p>
            <a:r>
              <a:rPr lang="es-ES" sz="1400" b="1" i="1" dirty="0"/>
              <a:t>.</a:t>
            </a:r>
            <a:endParaRPr lang="es-ES" sz="14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BF4DF43-3691-482F-9EBD-09C4A741F684}"/>
              </a:ext>
            </a:extLst>
          </p:cNvPr>
          <p:cNvSpPr txBox="1"/>
          <p:nvPr/>
        </p:nvSpPr>
        <p:spPr>
          <a:xfrm>
            <a:off x="9481462" y="4448836"/>
            <a:ext cx="2687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/>
              <a:t>Fagus</a:t>
            </a:r>
            <a:r>
              <a:rPr lang="es-ES" sz="3200" b="1" dirty="0"/>
              <a:t> </a:t>
            </a:r>
            <a:r>
              <a:rPr lang="es-ES" sz="3200" b="1" dirty="0" err="1"/>
              <a:t>sylvatica</a:t>
            </a:r>
            <a:endParaRPr lang="es-ES" sz="32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A697358-31BB-403C-8F69-1C5EE02D217E}"/>
              </a:ext>
            </a:extLst>
          </p:cNvPr>
          <p:cNvSpPr txBox="1"/>
          <p:nvPr/>
        </p:nvSpPr>
        <p:spPr>
          <a:xfrm>
            <a:off x="4734128" y="407950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52992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32DC7-2901-43DA-A68D-C5E11F51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Spearman </a:t>
            </a:r>
            <a:r>
              <a:rPr lang="es-ES" dirty="0" err="1"/>
              <a:t>correlations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Respiration</a:t>
            </a:r>
            <a:r>
              <a:rPr lang="es-ES" dirty="0"/>
              <a:t> </a:t>
            </a:r>
            <a:r>
              <a:rPr lang="es-ES" dirty="0" err="1"/>
              <a:t>corrected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Area</a:t>
            </a:r>
            <a:r>
              <a:rPr lang="es-ES" dirty="0"/>
              <a:t> and air </a:t>
            </a:r>
            <a:r>
              <a:rPr lang="es-ES" dirty="0" err="1"/>
              <a:t>temperature</a:t>
            </a:r>
            <a:endParaRPr lang="es-ES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96BF2AED-1F75-4B16-BD8D-E8194EA8C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646812"/>
              </p:ext>
            </p:extLst>
          </p:nvPr>
        </p:nvGraphicFramePr>
        <p:xfrm>
          <a:off x="1348420" y="259285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609601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86714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Group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 - </a:t>
                      </a:r>
                      <a:r>
                        <a:rPr lang="es-ES" dirty="0" err="1"/>
                        <a:t>value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94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i="1" dirty="0" err="1"/>
                        <a:t>Abies</a:t>
                      </a:r>
                      <a:r>
                        <a:rPr lang="es-ES" i="1" dirty="0"/>
                        <a:t> alba 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0.8231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3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i="1" dirty="0" err="1"/>
                        <a:t>Abies</a:t>
                      </a:r>
                      <a:r>
                        <a:rPr lang="es-ES" i="1" dirty="0"/>
                        <a:t> alba 10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0.05946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79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i="1" dirty="0" err="1"/>
                        <a:t>Abies</a:t>
                      </a:r>
                      <a:r>
                        <a:rPr lang="es-ES" i="1" dirty="0"/>
                        <a:t> alba 25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0.4133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946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i="1" dirty="0" err="1"/>
                        <a:t>Fagus</a:t>
                      </a:r>
                      <a:r>
                        <a:rPr lang="es-ES" i="1" dirty="0"/>
                        <a:t> </a:t>
                      </a:r>
                      <a:r>
                        <a:rPr lang="es-ES" i="1" dirty="0" err="1"/>
                        <a:t>sylvatica</a:t>
                      </a:r>
                      <a:r>
                        <a:rPr lang="es-ES" i="1" dirty="0"/>
                        <a:t> 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0.1769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55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i="1" dirty="0" err="1"/>
                        <a:t>Fagus</a:t>
                      </a:r>
                      <a:r>
                        <a:rPr lang="es-ES" i="1" dirty="0"/>
                        <a:t> </a:t>
                      </a:r>
                      <a:r>
                        <a:rPr lang="es-ES" i="1" dirty="0" err="1"/>
                        <a:t>sylvatica</a:t>
                      </a:r>
                      <a:r>
                        <a:rPr lang="es-ES" i="1" dirty="0"/>
                        <a:t> 10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0.6249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010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i="1" dirty="0" err="1"/>
                        <a:t>Fagus</a:t>
                      </a:r>
                      <a:r>
                        <a:rPr lang="es-ES" i="1" dirty="0"/>
                        <a:t> </a:t>
                      </a:r>
                      <a:r>
                        <a:rPr lang="es-ES" i="1" dirty="0" err="1"/>
                        <a:t>sylvatica</a:t>
                      </a:r>
                      <a:r>
                        <a:rPr lang="es-ES" i="1" dirty="0"/>
                        <a:t> 25 cm*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0.03713 , rho = 0.1881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77849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26E4CCE-8454-4E49-BC6F-A99A92056911}"/>
              </a:ext>
            </a:extLst>
          </p:cNvPr>
          <p:cNvSpPr txBox="1"/>
          <p:nvPr/>
        </p:nvSpPr>
        <p:spPr>
          <a:xfrm>
            <a:off x="1912776" y="5443440"/>
            <a:ext cx="6006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Spearman </a:t>
            </a:r>
            <a:r>
              <a:rPr lang="es-ES" sz="1400" b="1" dirty="0" err="1"/>
              <a:t>correlation</a:t>
            </a:r>
            <a:r>
              <a:rPr lang="es-ES" sz="1400" b="1" dirty="0"/>
              <a:t> </a:t>
            </a:r>
            <a:r>
              <a:rPr lang="es-ES" sz="1400" b="1" dirty="0" err="1"/>
              <a:t>comparing</a:t>
            </a:r>
            <a:r>
              <a:rPr lang="es-ES" sz="1400" b="1" dirty="0"/>
              <a:t> </a:t>
            </a:r>
            <a:r>
              <a:rPr lang="es-ES" sz="1400" b="1" dirty="0" err="1"/>
              <a:t>the</a:t>
            </a:r>
            <a:r>
              <a:rPr lang="es-ES" sz="1400" b="1" dirty="0"/>
              <a:t> </a:t>
            </a:r>
            <a:r>
              <a:rPr lang="es-ES" sz="1400" b="1" dirty="0" err="1"/>
              <a:t>respiration</a:t>
            </a:r>
            <a:r>
              <a:rPr lang="es-ES" sz="1400" b="1" dirty="0"/>
              <a:t> in </a:t>
            </a:r>
            <a:r>
              <a:rPr lang="es-ES" sz="1400" b="1" i="1" dirty="0"/>
              <a:t>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</a:t>
            </a:r>
            <a:r>
              <a:rPr lang="es-ES" sz="1400" b="1" i="1" dirty="0"/>
              <a:t>  and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u="sng" dirty="0" err="1"/>
              <a:t>Abies</a:t>
            </a:r>
            <a:r>
              <a:rPr lang="es-ES" sz="1400" b="1" i="1" u="sng" dirty="0"/>
              <a:t> alba </a:t>
            </a:r>
            <a:r>
              <a:rPr lang="es-ES" sz="1400" b="1" i="1" dirty="0"/>
              <a:t>and </a:t>
            </a:r>
            <a:r>
              <a:rPr lang="es-ES" sz="1400" b="1" i="1" u="sng" dirty="0" err="1"/>
              <a:t>Fagus</a:t>
            </a:r>
            <a:r>
              <a:rPr lang="es-ES" sz="1400" b="1" i="1" u="sng" dirty="0"/>
              <a:t> </a:t>
            </a:r>
            <a:r>
              <a:rPr lang="es-ES" sz="1400" b="1" i="1" u="sng" dirty="0" err="1"/>
              <a:t>sylvatica</a:t>
            </a:r>
            <a:r>
              <a:rPr lang="es-ES" sz="1400" b="1" i="1" u="sng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each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. * denote </a:t>
            </a:r>
            <a:r>
              <a:rPr lang="es-ES" sz="1400" b="1" i="1" dirty="0" err="1"/>
              <a:t>statistically</a:t>
            </a:r>
            <a:r>
              <a:rPr lang="es-ES" sz="1400" b="1" i="1" dirty="0"/>
              <a:t> </a:t>
            </a:r>
            <a:r>
              <a:rPr lang="es-ES" sz="1400" b="1" i="1" dirty="0" err="1"/>
              <a:t>significant</a:t>
            </a:r>
            <a:r>
              <a:rPr lang="es-ES" sz="1400" b="1" i="1" dirty="0"/>
              <a:t> </a:t>
            </a:r>
            <a:r>
              <a:rPr lang="es-ES" sz="1400" b="1" i="1" dirty="0" err="1"/>
              <a:t>correlation</a:t>
            </a:r>
            <a:r>
              <a:rPr lang="es-ES" sz="1400" b="1" i="1" dirty="0"/>
              <a:t> at p&lt;0.05. Rho </a:t>
            </a:r>
            <a:r>
              <a:rPr lang="es-ES" sz="1400" b="1" i="1" dirty="0" err="1"/>
              <a:t>value</a:t>
            </a:r>
            <a:r>
              <a:rPr lang="es-ES" sz="1400" b="1" i="1" dirty="0"/>
              <a:t> </a:t>
            </a:r>
            <a:r>
              <a:rPr lang="es-ES" sz="1400" b="1" i="1" dirty="0" err="1"/>
              <a:t>is</a:t>
            </a:r>
            <a:r>
              <a:rPr lang="es-ES" sz="1400" b="1" i="1" dirty="0"/>
              <a:t> </a:t>
            </a:r>
            <a:r>
              <a:rPr lang="es-ES" sz="1400" b="1" i="1" dirty="0" err="1"/>
              <a:t>displayed</a:t>
            </a:r>
            <a:r>
              <a:rPr lang="es-ES" sz="1400" b="1" i="1" dirty="0"/>
              <a:t> in </a:t>
            </a:r>
            <a:r>
              <a:rPr lang="es-ES" sz="1400" b="1" i="1" dirty="0" err="1"/>
              <a:t>those</a:t>
            </a:r>
            <a:r>
              <a:rPr lang="es-ES" sz="1400" b="1" i="1" dirty="0"/>
              <a:t> </a:t>
            </a:r>
            <a:r>
              <a:rPr lang="es-ES" sz="1400" b="1" i="1" dirty="0" err="1"/>
              <a:t>values</a:t>
            </a:r>
            <a:r>
              <a:rPr lang="es-ES" sz="1400" b="1" i="1" dirty="0"/>
              <a:t> </a:t>
            </a:r>
            <a:r>
              <a:rPr lang="es-ES" sz="1400" b="1" i="1" dirty="0" err="1"/>
              <a:t>with</a:t>
            </a:r>
            <a:r>
              <a:rPr lang="es-ES" sz="1400" b="1" i="1" dirty="0"/>
              <a:t> </a:t>
            </a:r>
            <a:r>
              <a:rPr lang="es-ES" sz="1400" b="1" i="1" dirty="0" err="1"/>
              <a:t>significant</a:t>
            </a:r>
            <a:r>
              <a:rPr lang="es-ES" sz="1400" b="1" i="1" dirty="0"/>
              <a:t> </a:t>
            </a:r>
            <a:r>
              <a:rPr lang="es-ES" sz="1400" b="1" i="1" dirty="0" err="1"/>
              <a:t>correlation</a:t>
            </a:r>
            <a:r>
              <a:rPr lang="es-ES" sz="1400" b="1" i="1" dirty="0"/>
              <a:t>.</a:t>
            </a:r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1478454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49C71CD-F413-4BDB-8370-59A492407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630061"/>
              </p:ext>
            </p:extLst>
          </p:nvPr>
        </p:nvGraphicFramePr>
        <p:xfrm>
          <a:off x="551879" y="1677880"/>
          <a:ext cx="8190378" cy="19154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4626">
                  <a:extLst>
                    <a:ext uri="{9D8B030D-6E8A-4147-A177-3AD203B41FA5}">
                      <a16:colId xmlns:a16="http://schemas.microsoft.com/office/drawing/2014/main" val="1356394154"/>
                    </a:ext>
                  </a:extLst>
                </a:gridCol>
                <a:gridCol w="1649490">
                  <a:extLst>
                    <a:ext uri="{9D8B030D-6E8A-4147-A177-3AD203B41FA5}">
                      <a16:colId xmlns:a16="http://schemas.microsoft.com/office/drawing/2014/main" val="291234204"/>
                    </a:ext>
                  </a:extLst>
                </a:gridCol>
                <a:gridCol w="2506875">
                  <a:extLst>
                    <a:ext uri="{9D8B030D-6E8A-4147-A177-3AD203B41FA5}">
                      <a16:colId xmlns:a16="http://schemas.microsoft.com/office/drawing/2014/main" val="530746038"/>
                    </a:ext>
                  </a:extLst>
                </a:gridCol>
                <a:gridCol w="1979387">
                  <a:extLst>
                    <a:ext uri="{9D8B030D-6E8A-4147-A177-3AD203B41FA5}">
                      <a16:colId xmlns:a16="http://schemas.microsoft.com/office/drawing/2014/main" val="564252335"/>
                    </a:ext>
                  </a:extLst>
                </a:gridCol>
              </a:tblGrid>
              <a:tr h="280971">
                <a:tc>
                  <a:txBody>
                    <a:bodyPr/>
                    <a:lstStyle/>
                    <a:p>
                      <a:pPr algn="l" fontAlgn="b"/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 err="1">
                          <a:effectLst/>
                        </a:rPr>
                        <a:t>Abies</a:t>
                      </a:r>
                      <a:r>
                        <a:rPr lang="es-ES" sz="1700" b="1" u="none" strike="noStrike" dirty="0">
                          <a:effectLst/>
                        </a:rPr>
                        <a:t> Alba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0486" marR="140486" marT="70243" marB="70243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2867"/>
                  </a:ext>
                </a:extLst>
              </a:tr>
              <a:tr h="391983">
                <a:tc>
                  <a:txBody>
                    <a:bodyPr/>
                    <a:lstStyle/>
                    <a:p>
                      <a:pPr algn="l" fontAlgn="b"/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10cm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25cm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908349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 err="1">
                          <a:effectLst/>
                        </a:rPr>
                        <a:t>Class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1426816616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1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>
                          <a:effectLst/>
                        </a:rPr>
                        <a:t>0.2499</a:t>
                      </a:r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>
                          <a:effectLst/>
                        </a:rPr>
                        <a:t>0.9602</a:t>
                      </a:r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>
                          <a:effectLst/>
                        </a:rPr>
                        <a:t>0.08466</a:t>
                      </a:r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3123838349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>
                          <a:effectLst/>
                        </a:rPr>
                        <a:t>0.1623</a:t>
                      </a:r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0.02089* rho = -0.400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>
                          <a:effectLst/>
                        </a:rPr>
                        <a:t>0.07411</a:t>
                      </a:r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2222762260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4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>
                          <a:effectLst/>
                        </a:rPr>
                        <a:t>0.4506</a:t>
                      </a:r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0.0096* rho=-0.457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0.0337 rho=0.32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484163275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84CF70E-E4DC-4DCB-B67D-2E4079F18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461940"/>
              </p:ext>
            </p:extLst>
          </p:nvPr>
        </p:nvGraphicFramePr>
        <p:xfrm>
          <a:off x="411537" y="4002902"/>
          <a:ext cx="8405997" cy="1523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584">
                  <a:extLst>
                    <a:ext uri="{9D8B030D-6E8A-4147-A177-3AD203B41FA5}">
                      <a16:colId xmlns:a16="http://schemas.microsoft.com/office/drawing/2014/main" val="339325320"/>
                    </a:ext>
                  </a:extLst>
                </a:gridCol>
                <a:gridCol w="2558118">
                  <a:extLst>
                    <a:ext uri="{9D8B030D-6E8A-4147-A177-3AD203B41FA5}">
                      <a16:colId xmlns:a16="http://schemas.microsoft.com/office/drawing/2014/main" val="4047838288"/>
                    </a:ext>
                  </a:extLst>
                </a:gridCol>
                <a:gridCol w="2179138">
                  <a:extLst>
                    <a:ext uri="{9D8B030D-6E8A-4147-A177-3AD203B41FA5}">
                      <a16:colId xmlns:a16="http://schemas.microsoft.com/office/drawing/2014/main" val="2000125417"/>
                    </a:ext>
                  </a:extLst>
                </a:gridCol>
                <a:gridCol w="1800157">
                  <a:extLst>
                    <a:ext uri="{9D8B030D-6E8A-4147-A177-3AD203B41FA5}">
                      <a16:colId xmlns:a16="http://schemas.microsoft.com/office/drawing/2014/main" val="2714296709"/>
                    </a:ext>
                  </a:extLst>
                </a:gridCol>
              </a:tblGrid>
              <a:tr h="280971">
                <a:tc>
                  <a:txBody>
                    <a:bodyPr/>
                    <a:lstStyle/>
                    <a:p>
                      <a:pPr algn="l" fontAlgn="b"/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 err="1">
                          <a:effectLst/>
                        </a:rPr>
                        <a:t>Fagus</a:t>
                      </a:r>
                      <a:r>
                        <a:rPr lang="es-ES" sz="1700" b="1" u="none" strike="noStrike" dirty="0">
                          <a:effectLst/>
                        </a:rPr>
                        <a:t> </a:t>
                      </a:r>
                      <a:r>
                        <a:rPr lang="es-ES" sz="1700" b="1" u="none" strike="noStrike" dirty="0" err="1">
                          <a:effectLst/>
                        </a:rPr>
                        <a:t>sylvatica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0486" marR="140486" marT="70243" marB="70243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19228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 err="1">
                          <a:effectLst/>
                        </a:rPr>
                        <a:t>Class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10cm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700" b="1" u="none" strike="noStrike" dirty="0">
                          <a:effectLst/>
                        </a:rPr>
                        <a:t>25cm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553756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1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0.09596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9.2389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0.01137 Rho = 0.37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3195769198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0.8314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>
                          <a:effectLst/>
                        </a:rPr>
                        <a:t>0.698</a:t>
                      </a:r>
                      <a:endParaRPr lang="es-E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0.1453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1424090604"/>
                  </a:ext>
                </a:extLst>
              </a:tr>
              <a:tr h="280971"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b="1" u="none" strike="noStrike" dirty="0">
                          <a:effectLst/>
                        </a:rPr>
                        <a:t>4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0.00007762 Rho = -0.542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700" b="1" u="none" strike="noStrike" dirty="0">
                          <a:effectLst/>
                        </a:rPr>
                        <a:t>0.04196 Rho = -0.311</a:t>
                      </a:r>
                      <a:endParaRPr lang="es-ES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700" u="none" strike="noStrike" dirty="0">
                          <a:effectLst/>
                        </a:rPr>
                        <a:t>0.2306</a:t>
                      </a:r>
                      <a:endParaRPr lang="es-E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07" marR="11707" marT="11707" marB="0" anchor="b"/>
                </a:tc>
                <a:extLst>
                  <a:ext uri="{0D108BD9-81ED-4DB2-BD59-A6C34878D82A}">
                    <a16:rowId xmlns:a16="http://schemas.microsoft.com/office/drawing/2014/main" val="3017435469"/>
                  </a:ext>
                </a:extLst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46D4D890-D4E7-44A8-90BA-94E41752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15" y="14752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Spearman </a:t>
            </a:r>
            <a:r>
              <a:rPr lang="es-ES" dirty="0" err="1"/>
              <a:t>correlations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Respiration</a:t>
            </a:r>
            <a:r>
              <a:rPr lang="es-ES" dirty="0"/>
              <a:t> </a:t>
            </a:r>
            <a:r>
              <a:rPr lang="es-ES" dirty="0" err="1"/>
              <a:t>corrected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Area</a:t>
            </a:r>
            <a:r>
              <a:rPr lang="es-ES" dirty="0"/>
              <a:t> and air temperatura </a:t>
            </a:r>
            <a:r>
              <a:rPr lang="es-ES" dirty="0" err="1"/>
              <a:t>separated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Species</a:t>
            </a:r>
            <a:r>
              <a:rPr lang="es-ES" dirty="0"/>
              <a:t>, </a:t>
            </a:r>
            <a:r>
              <a:rPr lang="es-ES" dirty="0" err="1"/>
              <a:t>class</a:t>
            </a:r>
            <a:r>
              <a:rPr lang="es-ES" dirty="0"/>
              <a:t> and </a:t>
            </a:r>
            <a:r>
              <a:rPr lang="es-ES" dirty="0" err="1"/>
              <a:t>diameter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D451376-21B3-494C-8C33-9720F967F7BE}"/>
              </a:ext>
            </a:extLst>
          </p:cNvPr>
          <p:cNvSpPr txBox="1"/>
          <p:nvPr/>
        </p:nvSpPr>
        <p:spPr>
          <a:xfrm>
            <a:off x="1992675" y="5756371"/>
            <a:ext cx="6006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Spearman </a:t>
            </a:r>
            <a:r>
              <a:rPr lang="es-ES" sz="1400" b="1" dirty="0" err="1"/>
              <a:t>correlation</a:t>
            </a:r>
            <a:r>
              <a:rPr lang="es-ES" sz="1400" b="1" dirty="0"/>
              <a:t> </a:t>
            </a:r>
            <a:r>
              <a:rPr lang="es-ES" sz="1400" b="1" dirty="0" err="1"/>
              <a:t>comparing</a:t>
            </a:r>
            <a:r>
              <a:rPr lang="es-ES" sz="1400" b="1" dirty="0"/>
              <a:t> </a:t>
            </a:r>
            <a:r>
              <a:rPr lang="es-ES" sz="1400" b="1" dirty="0" err="1"/>
              <a:t>the</a:t>
            </a:r>
            <a:r>
              <a:rPr lang="es-ES" sz="1400" b="1" dirty="0"/>
              <a:t> </a:t>
            </a:r>
            <a:r>
              <a:rPr lang="es-ES" sz="1400" b="1" dirty="0" err="1"/>
              <a:t>respiration</a:t>
            </a:r>
            <a:r>
              <a:rPr lang="es-ES" sz="1400" b="1" dirty="0"/>
              <a:t> in </a:t>
            </a:r>
            <a:r>
              <a:rPr lang="es-ES" sz="1400" b="1" i="1" dirty="0"/>
              <a:t>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</a:t>
            </a:r>
            <a:r>
              <a:rPr lang="es-ES" sz="1400" b="1" i="1" dirty="0"/>
              <a:t>  and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u="sng" dirty="0" err="1"/>
              <a:t>Abies</a:t>
            </a:r>
            <a:r>
              <a:rPr lang="es-ES" sz="1400" b="1" i="1" u="sng" dirty="0"/>
              <a:t> alba </a:t>
            </a:r>
            <a:r>
              <a:rPr lang="es-ES" sz="1400" b="1" i="1" dirty="0"/>
              <a:t>and </a:t>
            </a:r>
            <a:r>
              <a:rPr lang="es-ES" sz="1400" b="1" i="1" u="sng" dirty="0" err="1"/>
              <a:t>Fagus</a:t>
            </a:r>
            <a:r>
              <a:rPr lang="es-ES" sz="1400" b="1" i="1" u="sng" dirty="0"/>
              <a:t> </a:t>
            </a:r>
            <a:r>
              <a:rPr lang="es-ES" sz="1400" b="1" i="1" u="sng" dirty="0" err="1"/>
              <a:t>sylvatica</a:t>
            </a:r>
            <a:r>
              <a:rPr lang="es-ES" sz="1400" b="1" i="1" u="sng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each</a:t>
            </a:r>
            <a:r>
              <a:rPr lang="es-ES" sz="1400" b="1" i="1" dirty="0"/>
              <a:t>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the</a:t>
            </a:r>
            <a:r>
              <a:rPr lang="es-ES" sz="1400" b="1" i="1" dirty="0"/>
              <a:t> </a:t>
            </a:r>
            <a:r>
              <a:rPr lang="es-ES" sz="1400" b="1" i="1" dirty="0" err="1"/>
              <a:t>diameters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 and </a:t>
            </a:r>
            <a:r>
              <a:rPr lang="es-ES" sz="1400" b="1" i="1" dirty="0" err="1"/>
              <a:t>class</a:t>
            </a:r>
            <a:r>
              <a:rPr lang="es-ES" sz="1400" b="1" i="1" dirty="0"/>
              <a:t> </a:t>
            </a:r>
            <a:r>
              <a:rPr lang="es-ES" sz="1400" b="1" i="1" dirty="0" err="1"/>
              <a:t>studied</a:t>
            </a:r>
            <a:r>
              <a:rPr lang="es-ES" sz="1400" b="1" i="1" dirty="0"/>
              <a:t>. * denote </a:t>
            </a:r>
            <a:r>
              <a:rPr lang="es-ES" sz="1400" b="1" i="1" dirty="0" err="1"/>
              <a:t>statistically</a:t>
            </a:r>
            <a:r>
              <a:rPr lang="es-ES" sz="1400" b="1" i="1" dirty="0"/>
              <a:t> </a:t>
            </a:r>
            <a:r>
              <a:rPr lang="es-ES" sz="1400" b="1" i="1" dirty="0" err="1"/>
              <a:t>significant</a:t>
            </a:r>
            <a:r>
              <a:rPr lang="es-ES" sz="1400" b="1" i="1" dirty="0"/>
              <a:t> </a:t>
            </a:r>
            <a:r>
              <a:rPr lang="es-ES" sz="1400" b="1" i="1" dirty="0" err="1"/>
              <a:t>correlation</a:t>
            </a:r>
            <a:r>
              <a:rPr lang="es-ES" sz="1400" b="1" i="1" dirty="0"/>
              <a:t> at p&lt;0.05. Rho </a:t>
            </a:r>
            <a:r>
              <a:rPr lang="es-ES" sz="1400" b="1" i="1" dirty="0" err="1"/>
              <a:t>value</a:t>
            </a:r>
            <a:r>
              <a:rPr lang="es-ES" sz="1400" b="1" i="1" dirty="0"/>
              <a:t> </a:t>
            </a:r>
            <a:r>
              <a:rPr lang="es-ES" sz="1400" b="1" i="1" dirty="0" err="1"/>
              <a:t>is</a:t>
            </a:r>
            <a:r>
              <a:rPr lang="es-ES" sz="1400" b="1" i="1" dirty="0"/>
              <a:t> </a:t>
            </a:r>
            <a:r>
              <a:rPr lang="es-ES" sz="1400" b="1" i="1" dirty="0" err="1"/>
              <a:t>displayed</a:t>
            </a:r>
            <a:r>
              <a:rPr lang="es-ES" sz="1400" b="1" i="1" dirty="0"/>
              <a:t> in </a:t>
            </a:r>
            <a:r>
              <a:rPr lang="es-ES" sz="1400" b="1" i="1" dirty="0" err="1"/>
              <a:t>those</a:t>
            </a:r>
            <a:r>
              <a:rPr lang="es-ES" sz="1400" b="1" i="1" dirty="0"/>
              <a:t> </a:t>
            </a:r>
            <a:r>
              <a:rPr lang="es-ES" sz="1400" b="1" i="1" dirty="0" err="1"/>
              <a:t>values</a:t>
            </a:r>
            <a:r>
              <a:rPr lang="es-ES" sz="1400" b="1" i="1" dirty="0"/>
              <a:t> </a:t>
            </a:r>
            <a:r>
              <a:rPr lang="es-ES" sz="1400" b="1" i="1" dirty="0" err="1"/>
              <a:t>with</a:t>
            </a:r>
            <a:r>
              <a:rPr lang="es-ES" sz="1400" b="1" i="1" dirty="0"/>
              <a:t> </a:t>
            </a:r>
            <a:r>
              <a:rPr lang="es-ES" sz="1400" b="1" i="1" dirty="0" err="1"/>
              <a:t>significant</a:t>
            </a:r>
            <a:r>
              <a:rPr lang="es-ES" sz="1400" b="1" i="1" dirty="0"/>
              <a:t> </a:t>
            </a:r>
            <a:r>
              <a:rPr lang="es-ES" sz="1400" b="1" i="1" dirty="0" err="1"/>
              <a:t>correlation</a:t>
            </a:r>
            <a:r>
              <a:rPr lang="es-ES" sz="1400" b="1" i="1" dirty="0"/>
              <a:t>.</a:t>
            </a:r>
            <a:endParaRPr lang="es-ES" sz="1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C55060-074D-4B83-8EE7-37CA9FE84598}"/>
              </a:ext>
            </a:extLst>
          </p:cNvPr>
          <p:cNvSpPr txBox="1"/>
          <p:nvPr/>
        </p:nvSpPr>
        <p:spPr>
          <a:xfrm>
            <a:off x="9299643" y="2033081"/>
            <a:ext cx="2752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Those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statistically</a:t>
            </a:r>
            <a:r>
              <a:rPr lang="es-ES" dirty="0"/>
              <a:t> </a:t>
            </a:r>
            <a:r>
              <a:rPr lang="es-ES" dirty="0" err="1"/>
              <a:t>significant</a:t>
            </a:r>
            <a:r>
              <a:rPr lang="es-ES" dirty="0"/>
              <a:t> </a:t>
            </a:r>
            <a:r>
              <a:rPr lang="es-ES" dirty="0" err="1"/>
              <a:t>correlation</a:t>
            </a:r>
            <a:r>
              <a:rPr lang="es-ES" dirty="0"/>
              <a:t> are </a:t>
            </a:r>
            <a:r>
              <a:rPr lang="es-ES" dirty="0" err="1"/>
              <a:t>represented</a:t>
            </a:r>
            <a:r>
              <a:rPr lang="es-ES" dirty="0"/>
              <a:t> </a:t>
            </a:r>
            <a:r>
              <a:rPr lang="es-ES" dirty="0" err="1"/>
              <a:t>below</a:t>
            </a:r>
            <a:endParaRPr lang="es-ES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575FB36-1421-497D-8373-A296F0E8AAA6}"/>
              </a:ext>
            </a:extLst>
          </p:cNvPr>
          <p:cNvCxnSpPr>
            <a:stCxn id="8" idx="2"/>
          </p:cNvCxnSpPr>
          <p:nvPr/>
        </p:nvCxnSpPr>
        <p:spPr>
          <a:xfrm>
            <a:off x="10676107" y="2956411"/>
            <a:ext cx="63229" cy="364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169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BB8676F-D9C9-4BA8-9348-318F2607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25" y="32433"/>
            <a:ext cx="3467303" cy="30962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75A626C-A9CC-44A4-BD3B-9C555DBB6300}"/>
              </a:ext>
            </a:extLst>
          </p:cNvPr>
          <p:cNvSpPr txBox="1"/>
          <p:nvPr/>
        </p:nvSpPr>
        <p:spPr>
          <a:xfrm>
            <a:off x="1148808" y="2987938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Abies</a:t>
            </a:r>
            <a:r>
              <a:rPr lang="es-ES" dirty="0"/>
              <a:t> alba 10 cm. </a:t>
            </a:r>
            <a:r>
              <a:rPr lang="es-ES" dirty="0" err="1"/>
              <a:t>Class</a:t>
            </a:r>
            <a:r>
              <a:rPr lang="es-ES" dirty="0"/>
              <a:t> 2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80A2BA-695B-43C9-9700-A31EA879C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327" y="32433"/>
            <a:ext cx="3467056" cy="3096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3A75C8D-BAA0-42B9-A99C-F00F5EB75250}"/>
              </a:ext>
            </a:extLst>
          </p:cNvPr>
          <p:cNvSpPr txBox="1"/>
          <p:nvPr/>
        </p:nvSpPr>
        <p:spPr>
          <a:xfrm>
            <a:off x="4615863" y="3024583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Abies</a:t>
            </a:r>
            <a:r>
              <a:rPr lang="es-ES" dirty="0"/>
              <a:t> alba 10 cm. </a:t>
            </a:r>
            <a:r>
              <a:rPr lang="es-ES" dirty="0" err="1"/>
              <a:t>Class</a:t>
            </a:r>
            <a:r>
              <a:rPr lang="es-ES" dirty="0"/>
              <a:t> 4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45CAEFD-8BCB-4C87-A1B0-69A410B93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919" y="32433"/>
            <a:ext cx="3467056" cy="3096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B397C33-2916-4C73-A20A-AEAB46361336}"/>
              </a:ext>
            </a:extLst>
          </p:cNvPr>
          <p:cNvSpPr txBox="1"/>
          <p:nvPr/>
        </p:nvSpPr>
        <p:spPr>
          <a:xfrm>
            <a:off x="8665560" y="3047959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Abies</a:t>
            </a:r>
            <a:r>
              <a:rPr lang="es-ES" dirty="0"/>
              <a:t> alba 25 cm. </a:t>
            </a:r>
            <a:r>
              <a:rPr lang="es-ES" dirty="0" err="1"/>
              <a:t>Class</a:t>
            </a:r>
            <a:r>
              <a:rPr lang="es-ES" dirty="0"/>
              <a:t> 4 </a:t>
            </a: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E8B59642-25DC-4691-A103-5617C53DF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10796C4-C41D-4B32-9A76-B9E9EB1CD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76" y="3300319"/>
            <a:ext cx="3467056" cy="3096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E1EF428-4854-4608-8BB1-EBFCFCEADEED}"/>
              </a:ext>
            </a:extLst>
          </p:cNvPr>
          <p:cNvSpPr txBox="1"/>
          <p:nvPr/>
        </p:nvSpPr>
        <p:spPr>
          <a:xfrm>
            <a:off x="1021159" y="6294400"/>
            <a:ext cx="286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Fagus</a:t>
            </a:r>
            <a:r>
              <a:rPr lang="es-ES" dirty="0"/>
              <a:t> </a:t>
            </a:r>
            <a:r>
              <a:rPr lang="es-ES" dirty="0" err="1"/>
              <a:t>sylvatica</a:t>
            </a:r>
            <a:r>
              <a:rPr lang="es-ES" dirty="0"/>
              <a:t> 1 cm. </a:t>
            </a:r>
            <a:r>
              <a:rPr lang="es-ES" dirty="0" err="1"/>
              <a:t>Class</a:t>
            </a:r>
            <a:r>
              <a:rPr lang="es-ES" dirty="0"/>
              <a:t> 4 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D51E906-1C4B-4F7A-BD93-B73D0A6B6E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072" y="3341190"/>
            <a:ext cx="3467056" cy="30960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CCE52059-8D49-4AD8-AB39-33B996B5454C}"/>
              </a:ext>
            </a:extLst>
          </p:cNvPr>
          <p:cNvSpPr txBox="1"/>
          <p:nvPr/>
        </p:nvSpPr>
        <p:spPr>
          <a:xfrm>
            <a:off x="4488215" y="6294400"/>
            <a:ext cx="297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Fagus</a:t>
            </a:r>
            <a:r>
              <a:rPr lang="es-ES" dirty="0"/>
              <a:t> </a:t>
            </a:r>
            <a:r>
              <a:rPr lang="es-ES" dirty="0" err="1"/>
              <a:t>sylvatica</a:t>
            </a:r>
            <a:r>
              <a:rPr lang="es-ES" dirty="0"/>
              <a:t> 10 cm. </a:t>
            </a:r>
            <a:r>
              <a:rPr lang="es-ES" dirty="0" err="1"/>
              <a:t>Class</a:t>
            </a:r>
            <a:r>
              <a:rPr lang="es-ES" dirty="0"/>
              <a:t> 4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12C604E-ED38-4ADF-83C1-543E4662FD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2919" y="3350578"/>
            <a:ext cx="3467056" cy="309600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DA08C35-5C9B-440C-91C6-1AD616E4021B}"/>
              </a:ext>
            </a:extLst>
          </p:cNvPr>
          <p:cNvSpPr txBox="1"/>
          <p:nvPr/>
        </p:nvSpPr>
        <p:spPr>
          <a:xfrm>
            <a:off x="8381244" y="6335890"/>
            <a:ext cx="297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Fagus</a:t>
            </a:r>
            <a:r>
              <a:rPr lang="es-ES" dirty="0"/>
              <a:t> </a:t>
            </a:r>
            <a:r>
              <a:rPr lang="es-ES" dirty="0" err="1"/>
              <a:t>sylvatica</a:t>
            </a:r>
            <a:r>
              <a:rPr lang="es-ES" dirty="0"/>
              <a:t> 25 cm. </a:t>
            </a:r>
            <a:r>
              <a:rPr lang="es-ES" dirty="0" err="1"/>
              <a:t>Class</a:t>
            </a:r>
            <a:r>
              <a:rPr lang="es-ES" dirty="0"/>
              <a:t> 4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83CA195-6DEA-4E7B-ACE9-030477C047C2}"/>
              </a:ext>
            </a:extLst>
          </p:cNvPr>
          <p:cNvSpPr txBox="1"/>
          <p:nvPr/>
        </p:nvSpPr>
        <p:spPr>
          <a:xfrm rot="16200000">
            <a:off x="-855844" y="1002455"/>
            <a:ext cx="309599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Respiration</a:t>
            </a:r>
            <a:r>
              <a:rPr lang="es-ES" sz="1400" b="1" i="1" dirty="0"/>
              <a:t> (µM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2)</a:t>
            </a:r>
            <a:endParaRPr lang="es-ES" sz="14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92A72F-BDC2-4329-A260-D0271947CBC5}"/>
              </a:ext>
            </a:extLst>
          </p:cNvPr>
          <p:cNvSpPr txBox="1"/>
          <p:nvPr/>
        </p:nvSpPr>
        <p:spPr>
          <a:xfrm rot="16200000">
            <a:off x="-861301" y="4427017"/>
            <a:ext cx="309599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Respiration</a:t>
            </a:r>
            <a:r>
              <a:rPr lang="es-ES" sz="1400" b="1" i="1" dirty="0"/>
              <a:t> (µM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2)</a:t>
            </a:r>
            <a:endParaRPr lang="es-ES" sz="14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F71AF5C-A5DE-4DA1-A160-52520F7C93B6}"/>
              </a:ext>
            </a:extLst>
          </p:cNvPr>
          <p:cNvSpPr txBox="1"/>
          <p:nvPr/>
        </p:nvSpPr>
        <p:spPr>
          <a:xfrm>
            <a:off x="1711406" y="6068360"/>
            <a:ext cx="160320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</a:t>
            </a:r>
            <a:endParaRPr lang="es-ES" sz="1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47A52F8-FEED-4336-A80E-E2C4DB525EBD}"/>
              </a:ext>
            </a:extLst>
          </p:cNvPr>
          <p:cNvSpPr txBox="1"/>
          <p:nvPr/>
        </p:nvSpPr>
        <p:spPr>
          <a:xfrm>
            <a:off x="1760770" y="2784157"/>
            <a:ext cx="160320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</a:t>
            </a:r>
            <a:endParaRPr lang="es-ES" sz="14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CE7B5B6-E2A1-41B0-BBAA-75D23C172FB1}"/>
              </a:ext>
            </a:extLst>
          </p:cNvPr>
          <p:cNvSpPr txBox="1"/>
          <p:nvPr/>
        </p:nvSpPr>
        <p:spPr>
          <a:xfrm>
            <a:off x="5256664" y="6075921"/>
            <a:ext cx="160320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</a:t>
            </a:r>
            <a:endParaRPr lang="es-ES" sz="1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4787923-5C14-4DCC-8E43-446EA97B26EA}"/>
              </a:ext>
            </a:extLst>
          </p:cNvPr>
          <p:cNvSpPr txBox="1"/>
          <p:nvPr/>
        </p:nvSpPr>
        <p:spPr>
          <a:xfrm>
            <a:off x="5175865" y="2788201"/>
            <a:ext cx="160320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</a:t>
            </a:r>
            <a:endParaRPr lang="es-ES" sz="1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82F3052-E3E4-4544-B136-717ACAD40F1A}"/>
              </a:ext>
            </a:extLst>
          </p:cNvPr>
          <p:cNvSpPr txBox="1"/>
          <p:nvPr/>
        </p:nvSpPr>
        <p:spPr>
          <a:xfrm>
            <a:off x="9148123" y="2784157"/>
            <a:ext cx="160320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</a:t>
            </a:r>
            <a:endParaRPr lang="es-ES" sz="1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F2115FB-1797-4ADB-9CDA-7400FB047895}"/>
              </a:ext>
            </a:extLst>
          </p:cNvPr>
          <p:cNvSpPr txBox="1"/>
          <p:nvPr/>
        </p:nvSpPr>
        <p:spPr>
          <a:xfrm>
            <a:off x="9240276" y="6123245"/>
            <a:ext cx="160320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10139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F08BCD2-6FB0-467D-8070-3647A92D4669}"/>
              </a:ext>
            </a:extLst>
          </p:cNvPr>
          <p:cNvSpPr txBox="1"/>
          <p:nvPr/>
        </p:nvSpPr>
        <p:spPr>
          <a:xfrm>
            <a:off x="853496" y="1354059"/>
            <a:ext cx="8104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/>
              <a:t>Scatterplot</a:t>
            </a:r>
            <a:r>
              <a:rPr lang="es-ES" sz="1400" b="1" dirty="0"/>
              <a:t> </a:t>
            </a:r>
            <a:r>
              <a:rPr lang="es-ES" sz="1400" b="1" dirty="0" err="1"/>
              <a:t>of</a:t>
            </a:r>
            <a:r>
              <a:rPr lang="es-ES" sz="1400" b="1" dirty="0"/>
              <a:t> </a:t>
            </a:r>
            <a:r>
              <a:rPr lang="es-ES" sz="1400" b="1" dirty="0" err="1"/>
              <a:t>the</a:t>
            </a:r>
            <a:r>
              <a:rPr lang="es-ES" sz="1400" b="1" dirty="0"/>
              <a:t> </a:t>
            </a:r>
            <a:r>
              <a:rPr lang="es-ES" sz="1400" b="1" dirty="0" err="1"/>
              <a:t>respiration</a:t>
            </a:r>
            <a:r>
              <a:rPr lang="es-ES" sz="1400" b="1" dirty="0"/>
              <a:t> in </a:t>
            </a:r>
            <a:r>
              <a:rPr lang="es-ES" sz="1400" b="1" i="1" dirty="0"/>
              <a:t>µM CO</a:t>
            </a:r>
            <a:r>
              <a:rPr lang="es-ES" sz="1400" b="1" i="1" baseline="-25000" dirty="0"/>
              <a:t>2</a:t>
            </a:r>
            <a:r>
              <a:rPr lang="es-ES" sz="1400" b="1" i="1" dirty="0"/>
              <a:t>/s * cm</a:t>
            </a:r>
            <a:r>
              <a:rPr lang="es-ES" sz="1400" b="1" i="1" baseline="30000" dirty="0"/>
              <a:t>2</a:t>
            </a:r>
            <a:r>
              <a:rPr lang="es-ES" sz="1400" b="1" i="1" dirty="0"/>
              <a:t>  (Y-axis) and </a:t>
            </a:r>
            <a:r>
              <a:rPr lang="es-ES" sz="1400" b="1" i="1" dirty="0" err="1"/>
              <a:t>Temperature</a:t>
            </a:r>
            <a:r>
              <a:rPr lang="es-ES" sz="1400" b="1" i="1" dirty="0"/>
              <a:t> (</a:t>
            </a:r>
            <a:r>
              <a:rPr lang="es-ES" sz="1400" b="1" i="1" dirty="0" err="1"/>
              <a:t>ºC</a:t>
            </a:r>
            <a:r>
              <a:rPr lang="es-ES" sz="1400" b="1" i="1" dirty="0"/>
              <a:t>) (X-axis) </a:t>
            </a:r>
            <a:r>
              <a:rPr lang="es-ES" sz="1400" b="1" i="1" dirty="0" err="1"/>
              <a:t>of</a:t>
            </a:r>
            <a:r>
              <a:rPr lang="es-ES" sz="1400" b="1" i="1" dirty="0"/>
              <a:t> </a:t>
            </a:r>
            <a:r>
              <a:rPr lang="es-ES" sz="1400" b="1" i="1" dirty="0" err="1"/>
              <a:t>those</a:t>
            </a:r>
            <a:r>
              <a:rPr lang="es-ES" sz="1400" b="1" i="1" dirty="0"/>
              <a:t> </a:t>
            </a:r>
            <a:r>
              <a:rPr lang="es-ES" sz="1400" b="1" i="1" dirty="0" err="1"/>
              <a:t>groups</a:t>
            </a:r>
            <a:r>
              <a:rPr lang="es-ES" sz="1400" b="1" i="1" dirty="0"/>
              <a:t> </a:t>
            </a:r>
            <a:r>
              <a:rPr lang="es-ES" sz="1400" b="1" i="1" dirty="0" err="1"/>
              <a:t>who</a:t>
            </a:r>
            <a:r>
              <a:rPr lang="es-ES" sz="1400" b="1" i="1" dirty="0"/>
              <a:t> </a:t>
            </a:r>
            <a:r>
              <a:rPr lang="es-ES" sz="1400" b="1" i="1" dirty="0" err="1"/>
              <a:t>resulted</a:t>
            </a:r>
            <a:r>
              <a:rPr lang="es-ES" sz="1400" b="1" i="1" dirty="0"/>
              <a:t> in a </a:t>
            </a:r>
            <a:r>
              <a:rPr lang="es-ES" sz="1400" b="1" i="1" dirty="0" err="1"/>
              <a:t>statistically</a:t>
            </a:r>
            <a:r>
              <a:rPr lang="es-ES" sz="1400" b="1" i="1" dirty="0"/>
              <a:t> </a:t>
            </a:r>
            <a:r>
              <a:rPr lang="es-ES" sz="1400" b="1" i="1" dirty="0" err="1"/>
              <a:t>significicant</a:t>
            </a:r>
            <a:r>
              <a:rPr lang="es-ES" sz="1400" b="1" i="1" dirty="0"/>
              <a:t> </a:t>
            </a:r>
            <a:r>
              <a:rPr lang="es-ES" sz="1400" b="1" i="1" dirty="0" err="1"/>
              <a:t>correlation</a:t>
            </a:r>
            <a:r>
              <a:rPr lang="es-ES" sz="1400" b="1" i="1" dirty="0"/>
              <a:t> . </a:t>
            </a:r>
            <a:r>
              <a:rPr lang="es-ES" sz="1400" b="1" i="1" dirty="0" err="1"/>
              <a:t>Lines</a:t>
            </a:r>
            <a:r>
              <a:rPr lang="es-ES" sz="1400" b="1" i="1" dirty="0"/>
              <a:t> </a:t>
            </a:r>
            <a:r>
              <a:rPr lang="es-ES" sz="1400" b="1" i="1" dirty="0" err="1"/>
              <a:t>correspond</a:t>
            </a:r>
            <a:r>
              <a:rPr lang="es-ES" sz="1400" b="1" i="1" dirty="0"/>
              <a:t> </a:t>
            </a:r>
            <a:r>
              <a:rPr lang="es-ES" sz="1400" b="1" i="1" dirty="0" err="1"/>
              <a:t>to</a:t>
            </a:r>
            <a:r>
              <a:rPr lang="es-ES" sz="1400" b="1" i="1" dirty="0"/>
              <a:t> linear (red) and </a:t>
            </a:r>
            <a:r>
              <a:rPr lang="es-ES" sz="1400" b="1" i="1" dirty="0" err="1"/>
              <a:t>quantile</a:t>
            </a:r>
            <a:r>
              <a:rPr lang="es-ES" sz="1400" b="1" i="1" dirty="0"/>
              <a:t> (blue) regresión.</a:t>
            </a:r>
            <a:endParaRPr lang="es-ES" sz="1400" b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A8999F2-3798-4548-B98C-26ADE8AE439D}"/>
              </a:ext>
            </a:extLst>
          </p:cNvPr>
          <p:cNvCxnSpPr/>
          <p:nvPr/>
        </p:nvCxnSpPr>
        <p:spPr>
          <a:xfrm flipV="1">
            <a:off x="3151573" y="275208"/>
            <a:ext cx="0" cy="89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714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, Gráfico de cajas y bigotes&#10;&#10;Descripción generada automáticamente con confianza media">
            <a:extLst>
              <a:ext uri="{FF2B5EF4-FFF2-40B4-BE49-F238E27FC236}">
                <a16:creationId xmlns:a16="http://schemas.microsoft.com/office/drawing/2014/main" id="{EAFB565D-5A35-414D-A8E9-674BCCBDE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9" y="767142"/>
            <a:ext cx="4349607" cy="4349607"/>
          </a:xfrm>
          <a:prstGeom prst="rect">
            <a:avLst/>
          </a:prstGeom>
        </p:spPr>
      </p:pic>
      <p:pic>
        <p:nvPicPr>
          <p:cNvPr id="7" name="Imagen 6" descr="Gráfico, Diagrama&#10;&#10;Descripción generada automáticamente">
            <a:extLst>
              <a:ext uri="{FF2B5EF4-FFF2-40B4-BE49-F238E27FC236}">
                <a16:creationId xmlns:a16="http://schemas.microsoft.com/office/drawing/2014/main" id="{B8941438-E36D-49DF-86B0-1A1AA4F7C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82" y="878566"/>
            <a:ext cx="4349607" cy="4349607"/>
          </a:xfrm>
          <a:prstGeom prst="rect">
            <a:avLst/>
          </a:prstGeom>
        </p:spPr>
      </p:pic>
      <p:pic>
        <p:nvPicPr>
          <p:cNvPr id="9" name="Imagen 8" descr="Gráfico, Gráfico de cajas y bigotes&#10;&#10;Descripción generada automáticamente">
            <a:extLst>
              <a:ext uri="{FF2B5EF4-FFF2-40B4-BE49-F238E27FC236}">
                <a16:creationId xmlns:a16="http://schemas.microsoft.com/office/drawing/2014/main" id="{D61613AA-01F2-4C29-A750-D45997307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835" y="1199135"/>
            <a:ext cx="4029038" cy="402903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FB679D-7B1B-41B1-8208-7EDBB3183B7E}"/>
              </a:ext>
            </a:extLst>
          </p:cNvPr>
          <p:cNvSpPr txBox="1"/>
          <p:nvPr/>
        </p:nvSpPr>
        <p:spPr>
          <a:xfrm>
            <a:off x="1750978" y="4455269"/>
            <a:ext cx="987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1 cm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057EA5-41E3-49CE-8A79-3B7EBA4EC49C}"/>
              </a:ext>
            </a:extLst>
          </p:cNvPr>
          <p:cNvSpPr txBox="1"/>
          <p:nvPr/>
        </p:nvSpPr>
        <p:spPr>
          <a:xfrm>
            <a:off x="5609346" y="4455268"/>
            <a:ext cx="1199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10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4726C91-38E3-4747-B1AE-DFF1DF1623FF}"/>
              </a:ext>
            </a:extLst>
          </p:cNvPr>
          <p:cNvSpPr txBox="1"/>
          <p:nvPr/>
        </p:nvSpPr>
        <p:spPr>
          <a:xfrm>
            <a:off x="9464877" y="4455268"/>
            <a:ext cx="1199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25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DBBA36-A45A-46AF-B979-DB57C55CF0BE}"/>
              </a:ext>
            </a:extLst>
          </p:cNvPr>
          <p:cNvSpPr txBox="1"/>
          <p:nvPr/>
        </p:nvSpPr>
        <p:spPr>
          <a:xfrm>
            <a:off x="4328808" y="282102"/>
            <a:ext cx="2385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 err="1"/>
              <a:t>Abies</a:t>
            </a:r>
            <a:r>
              <a:rPr lang="es-ES" sz="4000" b="1" dirty="0"/>
              <a:t> alba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92650AE-8E86-4874-B790-961256C69A30}"/>
              </a:ext>
            </a:extLst>
          </p:cNvPr>
          <p:cNvSpPr txBox="1"/>
          <p:nvPr/>
        </p:nvSpPr>
        <p:spPr>
          <a:xfrm>
            <a:off x="4589323" y="878566"/>
            <a:ext cx="2040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Pearson </a:t>
            </a:r>
            <a:r>
              <a:rPr lang="es-ES" dirty="0" err="1"/>
              <a:t>Correlation</a:t>
            </a:r>
            <a:endParaRPr lang="es-ES" dirty="0"/>
          </a:p>
        </p:txBody>
      </p:sp>
      <p:sp>
        <p:nvSpPr>
          <p:cNvPr id="14" name="CuadroTexto 1">
            <a:extLst>
              <a:ext uri="{FF2B5EF4-FFF2-40B4-BE49-F238E27FC236}">
                <a16:creationId xmlns:a16="http://schemas.microsoft.com/office/drawing/2014/main" id="{CEFBC561-845D-4C71-91AA-C18E86098902}"/>
              </a:ext>
            </a:extLst>
          </p:cNvPr>
          <p:cNvSpPr txBox="1"/>
          <p:nvPr/>
        </p:nvSpPr>
        <p:spPr>
          <a:xfrm>
            <a:off x="2991494" y="5721550"/>
            <a:ext cx="4976437" cy="679369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i="1" dirty="0"/>
              <a:t>Pearson </a:t>
            </a:r>
            <a:r>
              <a:rPr lang="es-ES" b="1" i="1" dirty="0" err="1"/>
              <a:t>correlation</a:t>
            </a:r>
            <a:r>
              <a:rPr lang="es-ES" b="1" i="1" dirty="0"/>
              <a:t> </a:t>
            </a:r>
            <a:r>
              <a:rPr lang="es-ES" b="1" i="1" dirty="0" err="1"/>
              <a:t>of</a:t>
            </a:r>
            <a:r>
              <a:rPr lang="es-ES" b="1" i="1" dirty="0"/>
              <a:t> </a:t>
            </a:r>
            <a:r>
              <a:rPr lang="es-ES" b="1" i="1" dirty="0" err="1"/>
              <a:t>three</a:t>
            </a:r>
            <a:r>
              <a:rPr lang="es-ES" b="1" i="1" dirty="0"/>
              <a:t> </a:t>
            </a:r>
            <a:r>
              <a:rPr lang="es-ES" b="1" i="1" dirty="0" err="1"/>
              <a:t>diameter</a:t>
            </a:r>
            <a:r>
              <a:rPr lang="es-ES" b="1" i="1" dirty="0"/>
              <a:t> </a:t>
            </a:r>
            <a:r>
              <a:rPr lang="es-ES" b="1" i="1" dirty="0" err="1"/>
              <a:t>classes</a:t>
            </a:r>
            <a:r>
              <a:rPr lang="es-ES" b="1" i="1" dirty="0"/>
              <a:t> (1, 10 and 25 cm) </a:t>
            </a:r>
            <a:r>
              <a:rPr lang="es-ES" b="1" i="1" dirty="0" err="1"/>
              <a:t>of</a:t>
            </a:r>
            <a:r>
              <a:rPr lang="es-ES" b="1" i="1" dirty="0"/>
              <a:t> </a:t>
            </a:r>
            <a:r>
              <a:rPr lang="es-ES" b="1" i="1" u="sng" dirty="0" err="1"/>
              <a:t>Abies</a:t>
            </a:r>
            <a:r>
              <a:rPr lang="es-ES" b="1" i="1" u="sng" dirty="0"/>
              <a:t> alba</a:t>
            </a:r>
            <a:r>
              <a:rPr lang="es-ES" b="1" i="1" dirty="0"/>
              <a:t>. * denote </a:t>
            </a:r>
            <a:r>
              <a:rPr lang="es-ES" b="1" i="1" dirty="0" err="1"/>
              <a:t>statistically</a:t>
            </a:r>
            <a:r>
              <a:rPr lang="es-ES" b="1" i="1" dirty="0"/>
              <a:t> </a:t>
            </a:r>
            <a:r>
              <a:rPr lang="es-ES" b="1" i="1" dirty="0" err="1"/>
              <a:t>significant</a:t>
            </a:r>
            <a:r>
              <a:rPr lang="es-ES" b="1" i="1" dirty="0"/>
              <a:t> </a:t>
            </a:r>
            <a:r>
              <a:rPr lang="es-ES" b="1" i="1" dirty="0" err="1"/>
              <a:t>correlation</a:t>
            </a:r>
            <a:r>
              <a:rPr lang="es-ES" b="1" i="1" dirty="0"/>
              <a:t> at p &lt; 0.05</a:t>
            </a:r>
            <a:endParaRPr lang="es-ES" sz="1100" b="1" i="1" dirty="0"/>
          </a:p>
        </p:txBody>
      </p:sp>
    </p:spTree>
    <p:extLst>
      <p:ext uri="{BB962C8B-B14F-4D97-AF65-F5344CB8AC3E}">
        <p14:creationId xmlns:p14="http://schemas.microsoft.com/office/powerpoint/2010/main" val="1293541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B3FB679D-7B1B-41B1-8208-7EDBB3183B7E}"/>
              </a:ext>
            </a:extLst>
          </p:cNvPr>
          <p:cNvSpPr txBox="1"/>
          <p:nvPr/>
        </p:nvSpPr>
        <p:spPr>
          <a:xfrm>
            <a:off x="1706589" y="4755211"/>
            <a:ext cx="987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1 cm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057EA5-41E3-49CE-8A79-3B7EBA4EC49C}"/>
              </a:ext>
            </a:extLst>
          </p:cNvPr>
          <p:cNvSpPr txBox="1"/>
          <p:nvPr/>
        </p:nvSpPr>
        <p:spPr>
          <a:xfrm>
            <a:off x="5609346" y="4755211"/>
            <a:ext cx="1199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10 cm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4726C91-38E3-4747-B1AE-DFF1DF1623FF}"/>
              </a:ext>
            </a:extLst>
          </p:cNvPr>
          <p:cNvSpPr txBox="1"/>
          <p:nvPr/>
        </p:nvSpPr>
        <p:spPr>
          <a:xfrm>
            <a:off x="9527021" y="4747655"/>
            <a:ext cx="1199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25 cm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DBBA36-A45A-46AF-B979-DB57C55CF0BE}"/>
              </a:ext>
            </a:extLst>
          </p:cNvPr>
          <p:cNvSpPr txBox="1"/>
          <p:nvPr/>
        </p:nvSpPr>
        <p:spPr>
          <a:xfrm>
            <a:off x="4328808" y="282102"/>
            <a:ext cx="3319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 err="1"/>
              <a:t>Fagus</a:t>
            </a:r>
            <a:r>
              <a:rPr lang="es-ES" sz="4000" b="1" dirty="0"/>
              <a:t> </a:t>
            </a:r>
            <a:r>
              <a:rPr lang="es-ES" sz="4000" b="1" dirty="0" err="1"/>
              <a:t>sylvatica</a:t>
            </a:r>
            <a:endParaRPr lang="es-ES" sz="4000" b="1" dirty="0"/>
          </a:p>
        </p:txBody>
      </p:sp>
      <p:pic>
        <p:nvPicPr>
          <p:cNvPr id="3" name="Imagen 2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573AB83-3AC4-4D96-B5D2-DD4688D59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04" y="796765"/>
            <a:ext cx="3801867" cy="3801867"/>
          </a:xfrm>
          <a:prstGeom prst="rect">
            <a:avLst/>
          </a:prstGeom>
        </p:spPr>
      </p:pic>
      <p:pic>
        <p:nvPicPr>
          <p:cNvPr id="6" name="Imagen 5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CAE88E16-6AEF-4000-B0A0-D65A8BE01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429" y="989988"/>
            <a:ext cx="3550817" cy="3550817"/>
          </a:xfrm>
          <a:prstGeom prst="rect">
            <a:avLst/>
          </a:prstGeom>
        </p:spPr>
      </p:pic>
      <p:pic>
        <p:nvPicPr>
          <p:cNvPr id="14" name="Imagen 13" descr="Diagrama&#10;&#10;Descripción generada automáticamente">
            <a:extLst>
              <a:ext uri="{FF2B5EF4-FFF2-40B4-BE49-F238E27FC236}">
                <a16:creationId xmlns:a16="http://schemas.microsoft.com/office/drawing/2014/main" id="{1B3E073A-31E6-4ABF-8899-DE9083E3D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83" y="876662"/>
            <a:ext cx="3777467" cy="37774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8F9F28C-A114-4A59-AFAA-EAAB3B624C0B}"/>
              </a:ext>
            </a:extLst>
          </p:cNvPr>
          <p:cNvSpPr txBox="1"/>
          <p:nvPr/>
        </p:nvSpPr>
        <p:spPr>
          <a:xfrm>
            <a:off x="4968759" y="876662"/>
            <a:ext cx="2040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Pearson </a:t>
            </a:r>
            <a:r>
              <a:rPr lang="es-ES" dirty="0" err="1"/>
              <a:t>Correlation</a:t>
            </a:r>
            <a:endParaRPr lang="es-ES" dirty="0"/>
          </a:p>
        </p:txBody>
      </p:sp>
      <p:sp>
        <p:nvSpPr>
          <p:cNvPr id="15" name="CuadroTexto 1">
            <a:extLst>
              <a:ext uri="{FF2B5EF4-FFF2-40B4-BE49-F238E27FC236}">
                <a16:creationId xmlns:a16="http://schemas.microsoft.com/office/drawing/2014/main" id="{F2761561-9A71-4189-B9FD-718B904840E7}"/>
              </a:ext>
            </a:extLst>
          </p:cNvPr>
          <p:cNvSpPr txBox="1"/>
          <p:nvPr/>
        </p:nvSpPr>
        <p:spPr>
          <a:xfrm>
            <a:off x="2188322" y="5554392"/>
            <a:ext cx="4976437" cy="679369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i="1" dirty="0"/>
              <a:t>Pearson </a:t>
            </a:r>
            <a:r>
              <a:rPr lang="es-ES" b="1" i="1" dirty="0" err="1"/>
              <a:t>correlation</a:t>
            </a:r>
            <a:r>
              <a:rPr lang="es-ES" b="1" i="1" dirty="0"/>
              <a:t> </a:t>
            </a:r>
            <a:r>
              <a:rPr lang="es-ES" b="1" i="1" dirty="0" err="1"/>
              <a:t>of</a:t>
            </a:r>
            <a:r>
              <a:rPr lang="es-ES" b="1" i="1" dirty="0"/>
              <a:t> </a:t>
            </a:r>
            <a:r>
              <a:rPr lang="es-ES" b="1" i="1" dirty="0" err="1"/>
              <a:t>three</a:t>
            </a:r>
            <a:r>
              <a:rPr lang="es-ES" b="1" i="1" dirty="0"/>
              <a:t> </a:t>
            </a:r>
            <a:r>
              <a:rPr lang="es-ES" b="1" i="1" dirty="0" err="1"/>
              <a:t>diameter</a:t>
            </a:r>
            <a:r>
              <a:rPr lang="es-ES" b="1" i="1" dirty="0"/>
              <a:t> </a:t>
            </a:r>
            <a:r>
              <a:rPr lang="es-ES" b="1" i="1" dirty="0" err="1"/>
              <a:t>classes</a:t>
            </a:r>
            <a:r>
              <a:rPr lang="es-ES" b="1" i="1" dirty="0"/>
              <a:t> (1, 10 and 25 cm) </a:t>
            </a:r>
            <a:r>
              <a:rPr lang="es-ES" b="1" i="1" dirty="0" err="1"/>
              <a:t>of</a:t>
            </a:r>
            <a:r>
              <a:rPr lang="es-ES" b="1" i="1" dirty="0"/>
              <a:t> </a:t>
            </a:r>
            <a:r>
              <a:rPr lang="es-ES" b="1" i="1" u="sng" dirty="0" err="1"/>
              <a:t>Fagus</a:t>
            </a:r>
            <a:r>
              <a:rPr lang="es-ES" b="1" i="1" u="sng" dirty="0"/>
              <a:t> </a:t>
            </a:r>
            <a:r>
              <a:rPr lang="es-ES" b="1" i="1" u="sng" dirty="0" err="1"/>
              <a:t>sylvatica</a:t>
            </a:r>
            <a:r>
              <a:rPr lang="es-ES" b="1" i="1" dirty="0"/>
              <a:t>. * denote </a:t>
            </a:r>
            <a:r>
              <a:rPr lang="es-ES" b="1" i="1" dirty="0" err="1"/>
              <a:t>statistically</a:t>
            </a:r>
            <a:r>
              <a:rPr lang="es-ES" b="1" i="1" dirty="0"/>
              <a:t> </a:t>
            </a:r>
            <a:r>
              <a:rPr lang="es-ES" b="1" i="1" dirty="0" err="1"/>
              <a:t>significant</a:t>
            </a:r>
            <a:r>
              <a:rPr lang="es-ES" b="1" i="1" dirty="0"/>
              <a:t> </a:t>
            </a:r>
            <a:r>
              <a:rPr lang="es-ES" b="1" i="1" dirty="0" err="1"/>
              <a:t>correlation</a:t>
            </a:r>
            <a:r>
              <a:rPr lang="es-ES" b="1" i="1" dirty="0"/>
              <a:t> at p &lt; 0.05</a:t>
            </a:r>
            <a:endParaRPr lang="es-ES" sz="1100" b="1" i="1" dirty="0"/>
          </a:p>
        </p:txBody>
      </p:sp>
    </p:spTree>
    <p:extLst>
      <p:ext uri="{BB962C8B-B14F-4D97-AF65-F5344CB8AC3E}">
        <p14:creationId xmlns:p14="http://schemas.microsoft.com/office/powerpoint/2010/main" val="3376604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chart, histogram&#10;&#10;Description automatically generated">
            <a:extLst>
              <a:ext uri="{FF2B5EF4-FFF2-40B4-BE49-F238E27FC236}">
                <a16:creationId xmlns:a16="http://schemas.microsoft.com/office/drawing/2014/main" id="{4A5EA335-5B34-4B0A-9619-A19D072F0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58" y="339753"/>
            <a:ext cx="4365603" cy="2940562"/>
          </a:xfrm>
          <a:prstGeom prst="rect">
            <a:avLst/>
          </a:prstGeom>
        </p:spPr>
      </p:pic>
      <p:pic>
        <p:nvPicPr>
          <p:cNvPr id="7" name="Picture 6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B2984DBF-6A34-4714-83FB-B901030DF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028" y="3684071"/>
            <a:ext cx="4152794" cy="2797220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FF170596-345D-4195-86FC-F4833192E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161" y="299077"/>
            <a:ext cx="4365604" cy="2940562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9C8EA712-AB7A-41DF-A567-CF450205B3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473" y="3647115"/>
            <a:ext cx="4262527" cy="2871132"/>
          </a:xfrm>
          <a:prstGeom prst="rect">
            <a:avLst/>
          </a:prstGeom>
        </p:spPr>
      </p:pic>
      <p:pic>
        <p:nvPicPr>
          <p:cNvPr id="1026" name="Picture 2" descr="Climate at ecologically relevant scales: A new temperature and soil  moisture logger for long-term microclimate measurement | Request PDF">
            <a:extLst>
              <a:ext uri="{FF2B5EF4-FFF2-40B4-BE49-F238E27FC236}">
                <a16:creationId xmlns:a16="http://schemas.microsoft.com/office/drawing/2014/main" id="{FD84E34E-121F-41A8-A504-823EB3058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77" y="3577686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CF453F8-18DD-41B1-8C3F-8CE908391154}"/>
              </a:ext>
            </a:extLst>
          </p:cNvPr>
          <p:cNvSpPr txBox="1"/>
          <p:nvPr/>
        </p:nvSpPr>
        <p:spPr>
          <a:xfrm>
            <a:off x="297377" y="838199"/>
            <a:ext cx="26744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Temperature</a:t>
            </a:r>
            <a:r>
              <a:rPr lang="es-ES" dirty="0"/>
              <a:t> (</a:t>
            </a:r>
            <a:r>
              <a:rPr lang="es-ES" dirty="0" err="1"/>
              <a:t>ºc</a:t>
            </a:r>
            <a:r>
              <a:rPr lang="es-ES" dirty="0"/>
              <a:t>) </a:t>
            </a:r>
            <a:r>
              <a:rPr lang="es-ES" dirty="0" err="1"/>
              <a:t>measured</a:t>
            </a:r>
            <a:r>
              <a:rPr lang="es-ES" dirty="0"/>
              <a:t> at 15 cm in </a:t>
            </a:r>
            <a:r>
              <a:rPr lang="es-ES" dirty="0" err="1"/>
              <a:t>the</a:t>
            </a:r>
            <a:r>
              <a:rPr lang="es-ES" dirty="0"/>
              <a:t> air (A), </a:t>
            </a:r>
            <a:r>
              <a:rPr lang="es-ES" dirty="0" err="1"/>
              <a:t>soil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(B) and 6 cm </a:t>
            </a:r>
            <a:r>
              <a:rPr lang="es-ES" dirty="0" err="1"/>
              <a:t>into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ground</a:t>
            </a:r>
            <a:r>
              <a:rPr lang="es-ES" dirty="0"/>
              <a:t> (C)  and 5 cm </a:t>
            </a:r>
            <a:r>
              <a:rPr lang="es-ES" dirty="0" err="1"/>
              <a:t>into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logs (D) at 28th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July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2021.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datalogger</a:t>
            </a:r>
            <a:r>
              <a:rPr lang="es-ES" dirty="0"/>
              <a:t> </a:t>
            </a:r>
            <a:r>
              <a:rPr lang="es-ES" dirty="0" err="1"/>
              <a:t>corresponds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a </a:t>
            </a:r>
            <a:r>
              <a:rPr lang="es-ES" dirty="0" err="1"/>
              <a:t>Plot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6677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56AE755-CD66-40B9-96EE-AE8CCF931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857250"/>
            <a:ext cx="8343900" cy="51435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411A013-892F-4BF0-85F6-5ADCA1FDDC6A}"/>
              </a:ext>
            </a:extLst>
          </p:cNvPr>
          <p:cNvSpPr txBox="1"/>
          <p:nvPr/>
        </p:nvSpPr>
        <p:spPr>
          <a:xfrm rot="16200000">
            <a:off x="1090855" y="2647279"/>
            <a:ext cx="166071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dirty="0" err="1"/>
              <a:t>Water</a:t>
            </a:r>
            <a:r>
              <a:rPr lang="es-ES" dirty="0"/>
              <a:t> </a:t>
            </a:r>
            <a:r>
              <a:rPr lang="es-ES" dirty="0" err="1"/>
              <a:t>content</a:t>
            </a:r>
            <a:r>
              <a:rPr lang="es-ES" dirty="0"/>
              <a:t> (</a:t>
            </a:r>
            <a:r>
              <a:rPr lang="es-ES" dirty="0" err="1"/>
              <a:t>units</a:t>
            </a:r>
            <a:r>
              <a:rPr lang="es-ES" dirty="0"/>
              <a:t>?)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56EAE6-F1FF-4D73-A96C-2E7A40753FA7}"/>
              </a:ext>
            </a:extLst>
          </p:cNvPr>
          <p:cNvSpPr txBox="1"/>
          <p:nvPr/>
        </p:nvSpPr>
        <p:spPr>
          <a:xfrm>
            <a:off x="1903740" y="6000750"/>
            <a:ext cx="8638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Soil</a:t>
            </a:r>
            <a:r>
              <a:rPr lang="es-ES" dirty="0"/>
              <a:t> </a:t>
            </a:r>
            <a:r>
              <a:rPr lang="es-ES" dirty="0" err="1"/>
              <a:t>moisture</a:t>
            </a:r>
            <a:r>
              <a:rPr lang="es-ES" dirty="0"/>
              <a:t> in (???) </a:t>
            </a:r>
            <a:r>
              <a:rPr lang="es-ES" dirty="0" err="1"/>
              <a:t>Measured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Theros</a:t>
            </a:r>
            <a:r>
              <a:rPr lang="es-ES" dirty="0"/>
              <a:t> 11 </a:t>
            </a:r>
            <a:r>
              <a:rPr lang="es-ES" dirty="0" err="1"/>
              <a:t>sensors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Wood at 28th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July</a:t>
            </a:r>
            <a:r>
              <a:rPr lang="es-ES" dirty="0"/>
              <a:t> 2021</a:t>
            </a:r>
          </a:p>
        </p:txBody>
      </p:sp>
    </p:spTree>
    <p:extLst>
      <p:ext uri="{BB962C8B-B14F-4D97-AF65-F5344CB8AC3E}">
        <p14:creationId xmlns:p14="http://schemas.microsoft.com/office/powerpoint/2010/main" val="3561332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CE1D95F-A05D-4B27-8911-7982269AE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014" y="401670"/>
            <a:ext cx="8343900" cy="51435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6ABBE88-2B74-42E8-AA8B-D62135B89029}"/>
              </a:ext>
            </a:extLst>
          </p:cNvPr>
          <p:cNvSpPr txBox="1"/>
          <p:nvPr/>
        </p:nvSpPr>
        <p:spPr>
          <a:xfrm rot="16200000">
            <a:off x="1705508" y="2686357"/>
            <a:ext cx="136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Units</a:t>
            </a:r>
            <a:r>
              <a:rPr lang="es-ES" dirty="0"/>
              <a:t>? g/kg?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DCCF970-4EF6-4AA0-9DBA-FEEE51F90C9E}"/>
              </a:ext>
            </a:extLst>
          </p:cNvPr>
          <p:cNvSpPr txBox="1"/>
          <p:nvPr/>
        </p:nvSpPr>
        <p:spPr>
          <a:xfrm>
            <a:off x="2475014" y="5765800"/>
            <a:ext cx="855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Soil</a:t>
            </a:r>
            <a:r>
              <a:rPr lang="es-ES" dirty="0"/>
              <a:t> </a:t>
            </a:r>
            <a:r>
              <a:rPr lang="es-ES" dirty="0" err="1"/>
              <a:t>moisture</a:t>
            </a:r>
            <a:r>
              <a:rPr lang="es-ES" dirty="0"/>
              <a:t> in (???) 6 cm Deep </a:t>
            </a:r>
            <a:r>
              <a:rPr lang="es-ES" dirty="0" err="1"/>
              <a:t>into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soil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plots</a:t>
            </a:r>
            <a:r>
              <a:rPr lang="es-ES" dirty="0"/>
              <a:t> 1 and 6 </a:t>
            </a:r>
            <a:r>
              <a:rPr lang="es-ES" dirty="0" err="1"/>
              <a:t>during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28th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July</a:t>
            </a:r>
            <a:r>
              <a:rPr lang="es-ES" dirty="0"/>
              <a:t> 2021</a:t>
            </a:r>
          </a:p>
        </p:txBody>
      </p:sp>
    </p:spTree>
    <p:extLst>
      <p:ext uri="{BB962C8B-B14F-4D97-AF65-F5344CB8AC3E}">
        <p14:creationId xmlns:p14="http://schemas.microsoft.com/office/powerpoint/2010/main" val="28536227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2469</TotalTime>
  <Words>1256</Words>
  <Application>Microsoft Office PowerPoint</Application>
  <PresentationFormat>Panorámica</PresentationFormat>
  <Paragraphs>222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Spearman correlations for Respiration corrected by Area and air temperature</vt:lpstr>
      <vt:lpstr>Spearman correlations for Respiration corrected by Area and air temperatura separated by Species, class and diameter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Buezo</dc:creator>
  <cp:lastModifiedBy>Javier Buezo</cp:lastModifiedBy>
  <cp:revision>1</cp:revision>
  <dcterms:created xsi:type="dcterms:W3CDTF">2021-10-19T08:30:30Z</dcterms:created>
  <dcterms:modified xsi:type="dcterms:W3CDTF">2021-11-09T11:32:19Z</dcterms:modified>
</cp:coreProperties>
</file>