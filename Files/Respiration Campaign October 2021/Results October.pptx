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7" r:id="rId3"/>
    <p:sldId id="268" r:id="rId4"/>
    <p:sldId id="256" r:id="rId5"/>
    <p:sldId id="279" r:id="rId6"/>
    <p:sldId id="260" r:id="rId7"/>
    <p:sldId id="257" r:id="rId8"/>
    <p:sldId id="258" r:id="rId9"/>
    <p:sldId id="259" r:id="rId10"/>
    <p:sldId id="281" r:id="rId11"/>
    <p:sldId id="261" r:id="rId12"/>
    <p:sldId id="280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vier Buezo" initials="JB" lastIdx="1" clrIdx="0">
    <p:extLst>
      <p:ext uri="{19B8F6BF-5375-455C-9EA6-DF929625EA0E}">
        <p15:presenceInfo xmlns:p15="http://schemas.microsoft.com/office/powerpoint/2012/main" userId="S::javier.buezo@unavarra.es::2f4cc0ba-bf10-4d20-86cb-3d6156a7975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EE8DB1-8557-4D16-871D-075E7AA0F2D6}" v="93" dt="2021-11-10T10:22:35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Buezo" userId="2f4cc0ba-bf10-4d20-86cb-3d6156a79753" providerId="ADAL" clId="{BCEE8DB1-8557-4D16-871D-075E7AA0F2D6}"/>
    <pc:docChg chg="undo custSel addSld delSld modSld">
      <pc:chgData name="Javier Buezo" userId="2f4cc0ba-bf10-4d20-86cb-3d6156a79753" providerId="ADAL" clId="{BCEE8DB1-8557-4D16-871D-075E7AA0F2D6}" dt="2021-11-19T07:52:43.532" v="419" actId="27918"/>
      <pc:docMkLst>
        <pc:docMk/>
      </pc:docMkLst>
      <pc:sldChg chg="addSp modSp mod">
        <pc:chgData name="Javier Buezo" userId="2f4cc0ba-bf10-4d20-86cb-3d6156a79753" providerId="ADAL" clId="{BCEE8DB1-8557-4D16-871D-075E7AA0F2D6}" dt="2021-11-09T11:09:58.140" v="161" actId="1076"/>
        <pc:sldMkLst>
          <pc:docMk/>
          <pc:sldMk cId="893004314" sldId="256"/>
        </pc:sldMkLst>
        <pc:picChg chg="add mod">
          <ac:chgData name="Javier Buezo" userId="2f4cc0ba-bf10-4d20-86cb-3d6156a79753" providerId="ADAL" clId="{BCEE8DB1-8557-4D16-871D-075E7AA0F2D6}" dt="2021-11-09T09:55:26.921" v="4" actId="1076"/>
          <ac:picMkLst>
            <pc:docMk/>
            <pc:sldMk cId="893004314" sldId="256"/>
            <ac:picMk id="17" creationId="{95745E83-06F4-417E-B565-37E09FE38D38}"/>
          </ac:picMkLst>
        </pc:picChg>
        <pc:picChg chg="add mod">
          <ac:chgData name="Javier Buezo" userId="2f4cc0ba-bf10-4d20-86cb-3d6156a79753" providerId="ADAL" clId="{BCEE8DB1-8557-4D16-871D-075E7AA0F2D6}" dt="2021-11-09T11:07:20.769" v="132" actId="1076"/>
          <ac:picMkLst>
            <pc:docMk/>
            <pc:sldMk cId="893004314" sldId="256"/>
            <ac:picMk id="19" creationId="{AAAD3D28-ACC3-4D81-A52B-A0A3E8B6060C}"/>
          </ac:picMkLst>
        </pc:picChg>
        <pc:picChg chg="add mod">
          <ac:chgData name="Javier Buezo" userId="2f4cc0ba-bf10-4d20-86cb-3d6156a79753" providerId="ADAL" clId="{BCEE8DB1-8557-4D16-871D-075E7AA0F2D6}" dt="2021-11-09T11:07:40.691" v="138" actId="1076"/>
          <ac:picMkLst>
            <pc:docMk/>
            <pc:sldMk cId="893004314" sldId="256"/>
            <ac:picMk id="21" creationId="{D61073E8-3218-4E7C-9638-AB17EB50C98F}"/>
          </ac:picMkLst>
        </pc:picChg>
        <pc:picChg chg="add mod">
          <ac:chgData name="Javier Buezo" userId="2f4cc0ba-bf10-4d20-86cb-3d6156a79753" providerId="ADAL" clId="{BCEE8DB1-8557-4D16-871D-075E7AA0F2D6}" dt="2021-11-09T11:08:04.881" v="146" actId="1076"/>
          <ac:picMkLst>
            <pc:docMk/>
            <pc:sldMk cId="893004314" sldId="256"/>
            <ac:picMk id="23" creationId="{44104B54-9226-4E87-98FD-EFF2E600D637}"/>
          </ac:picMkLst>
        </pc:picChg>
        <pc:picChg chg="add mod">
          <ac:chgData name="Javier Buezo" userId="2f4cc0ba-bf10-4d20-86cb-3d6156a79753" providerId="ADAL" clId="{BCEE8DB1-8557-4D16-871D-075E7AA0F2D6}" dt="2021-11-09T11:08:30.401" v="154" actId="1076"/>
          <ac:picMkLst>
            <pc:docMk/>
            <pc:sldMk cId="893004314" sldId="256"/>
            <ac:picMk id="25" creationId="{E1DBEEA9-CCFE-4710-93BB-A1161E0A5A3A}"/>
          </ac:picMkLst>
        </pc:picChg>
        <pc:picChg chg="add mod">
          <ac:chgData name="Javier Buezo" userId="2f4cc0ba-bf10-4d20-86cb-3d6156a79753" providerId="ADAL" clId="{BCEE8DB1-8557-4D16-871D-075E7AA0F2D6}" dt="2021-11-09T11:09:58.140" v="161" actId="1076"/>
          <ac:picMkLst>
            <pc:docMk/>
            <pc:sldMk cId="893004314" sldId="256"/>
            <ac:picMk id="27" creationId="{17A5A216-6D84-4634-A35E-9368FB912B19}"/>
          </ac:picMkLst>
        </pc:picChg>
      </pc:sldChg>
      <pc:sldChg chg="addSp modSp mod">
        <pc:chgData name="Javier Buezo" userId="2f4cc0ba-bf10-4d20-86cb-3d6156a79753" providerId="ADAL" clId="{BCEE8DB1-8557-4D16-871D-075E7AA0F2D6}" dt="2021-11-09T11:01:23.386" v="126" actId="1076"/>
        <pc:sldMkLst>
          <pc:docMk/>
          <pc:sldMk cId="1793770481" sldId="257"/>
        </pc:sldMkLst>
        <pc:spChg chg="mod">
          <ac:chgData name="Javier Buezo" userId="2f4cc0ba-bf10-4d20-86cb-3d6156a79753" providerId="ADAL" clId="{BCEE8DB1-8557-4D16-871D-075E7AA0F2D6}" dt="2021-11-09T11:01:23.386" v="126" actId="1076"/>
          <ac:spMkLst>
            <pc:docMk/>
            <pc:sldMk cId="1793770481" sldId="257"/>
            <ac:spMk id="9" creationId="{4A35CFE5-BE83-4C34-8779-729DE82908D2}"/>
          </ac:spMkLst>
        </pc:spChg>
        <pc:spChg chg="add mod">
          <ac:chgData name="Javier Buezo" userId="2f4cc0ba-bf10-4d20-86cb-3d6156a79753" providerId="ADAL" clId="{BCEE8DB1-8557-4D16-871D-075E7AA0F2D6}" dt="2021-11-09T10:52:02.436" v="24"/>
          <ac:spMkLst>
            <pc:docMk/>
            <pc:sldMk cId="1793770481" sldId="257"/>
            <ac:spMk id="10" creationId="{F03A47D7-9735-4A8F-86E6-28F237180FBE}"/>
          </ac:spMkLst>
        </pc:spChg>
        <pc:spChg chg="add mod">
          <ac:chgData name="Javier Buezo" userId="2f4cc0ba-bf10-4d20-86cb-3d6156a79753" providerId="ADAL" clId="{BCEE8DB1-8557-4D16-871D-075E7AA0F2D6}" dt="2021-11-09T11:01:10.438" v="121"/>
          <ac:spMkLst>
            <pc:docMk/>
            <pc:sldMk cId="1793770481" sldId="257"/>
            <ac:spMk id="13" creationId="{51D439FD-AC6D-4ECC-8A90-6A5A8B1CB95C}"/>
          </ac:spMkLst>
        </pc:spChg>
        <pc:spChg chg="add mod">
          <ac:chgData name="Javier Buezo" userId="2f4cc0ba-bf10-4d20-86cb-3d6156a79753" providerId="ADAL" clId="{BCEE8DB1-8557-4D16-871D-075E7AA0F2D6}" dt="2021-11-09T11:01:10.438" v="121"/>
          <ac:spMkLst>
            <pc:docMk/>
            <pc:sldMk cId="1793770481" sldId="257"/>
            <ac:spMk id="14" creationId="{282F2843-4E1D-466D-B102-9F8A785C6DDA}"/>
          </ac:spMkLst>
        </pc:spChg>
        <pc:picChg chg="mod">
          <ac:chgData name="Javier Buezo" userId="2f4cc0ba-bf10-4d20-86cb-3d6156a79753" providerId="ADAL" clId="{BCEE8DB1-8557-4D16-871D-075E7AA0F2D6}" dt="2021-11-09T10:52:55.229" v="31" actId="1076"/>
          <ac:picMkLst>
            <pc:docMk/>
            <pc:sldMk cId="1793770481" sldId="257"/>
            <ac:picMk id="8" creationId="{D2DF0881-1019-4793-B619-0A59BDCB1C72}"/>
          </ac:picMkLst>
        </pc:picChg>
        <pc:picChg chg="add mod">
          <ac:chgData name="Javier Buezo" userId="2f4cc0ba-bf10-4d20-86cb-3d6156a79753" providerId="ADAL" clId="{BCEE8DB1-8557-4D16-871D-075E7AA0F2D6}" dt="2021-11-09T10:53:42.326" v="38" actId="14100"/>
          <ac:picMkLst>
            <pc:docMk/>
            <pc:sldMk cId="1793770481" sldId="257"/>
            <ac:picMk id="12" creationId="{B48E043E-2D38-4FB9-8323-53652A75BEB5}"/>
          </ac:picMkLst>
        </pc:picChg>
      </pc:sldChg>
      <pc:sldChg chg="addSp delSp modSp mod">
        <pc:chgData name="Javier Buezo" userId="2f4cc0ba-bf10-4d20-86cb-3d6156a79753" providerId="ADAL" clId="{BCEE8DB1-8557-4D16-871D-075E7AA0F2D6}" dt="2021-11-09T11:01:20.311" v="125" actId="1076"/>
        <pc:sldMkLst>
          <pc:docMk/>
          <pc:sldMk cId="1977011526" sldId="258"/>
        </pc:sldMkLst>
        <pc:spChg chg="mod">
          <ac:chgData name="Javier Buezo" userId="2f4cc0ba-bf10-4d20-86cb-3d6156a79753" providerId="ADAL" clId="{BCEE8DB1-8557-4D16-871D-075E7AA0F2D6}" dt="2021-11-09T11:01:20.311" v="125" actId="1076"/>
          <ac:spMkLst>
            <pc:docMk/>
            <pc:sldMk cId="1977011526" sldId="258"/>
            <ac:spMk id="9" creationId="{51559686-BC4A-49BC-B183-95D3068E85D0}"/>
          </ac:spMkLst>
        </pc:spChg>
        <pc:spChg chg="add mod">
          <ac:chgData name="Javier Buezo" userId="2f4cc0ba-bf10-4d20-86cb-3d6156a79753" providerId="ADAL" clId="{BCEE8DB1-8557-4D16-871D-075E7AA0F2D6}" dt="2021-11-09T10:56:32.753" v="50"/>
          <ac:spMkLst>
            <pc:docMk/>
            <pc:sldMk cId="1977011526" sldId="258"/>
            <ac:spMk id="12" creationId="{40738170-1E91-4094-AD43-BD47F5A8CC81}"/>
          </ac:spMkLst>
        </pc:spChg>
        <pc:spChg chg="add mod">
          <ac:chgData name="Javier Buezo" userId="2f4cc0ba-bf10-4d20-86cb-3d6156a79753" providerId="ADAL" clId="{BCEE8DB1-8557-4D16-871D-075E7AA0F2D6}" dt="2021-11-09T11:01:12.017" v="122"/>
          <ac:spMkLst>
            <pc:docMk/>
            <pc:sldMk cId="1977011526" sldId="258"/>
            <ac:spMk id="15" creationId="{A49A7D26-6848-4CE3-A3B0-2A3B8100094D}"/>
          </ac:spMkLst>
        </pc:spChg>
        <pc:spChg chg="add mod">
          <ac:chgData name="Javier Buezo" userId="2f4cc0ba-bf10-4d20-86cb-3d6156a79753" providerId="ADAL" clId="{BCEE8DB1-8557-4D16-871D-075E7AA0F2D6}" dt="2021-11-09T11:01:12.017" v="122"/>
          <ac:spMkLst>
            <pc:docMk/>
            <pc:sldMk cId="1977011526" sldId="258"/>
            <ac:spMk id="16" creationId="{7F26C02F-08CA-46EE-9BFC-B6E7D3998CAC}"/>
          </ac:spMkLst>
        </pc:spChg>
        <pc:picChg chg="mod">
          <ac:chgData name="Javier Buezo" userId="2f4cc0ba-bf10-4d20-86cb-3d6156a79753" providerId="ADAL" clId="{BCEE8DB1-8557-4D16-871D-075E7AA0F2D6}" dt="2021-11-09T10:55:04.056" v="43" actId="1076"/>
          <ac:picMkLst>
            <pc:docMk/>
            <pc:sldMk cId="1977011526" sldId="258"/>
            <ac:picMk id="8" creationId="{00EF2C57-16E9-479B-8BD1-D0390C739A11}"/>
          </ac:picMkLst>
        </pc:picChg>
        <pc:picChg chg="add del mod">
          <ac:chgData name="Javier Buezo" userId="2f4cc0ba-bf10-4d20-86cb-3d6156a79753" providerId="ADAL" clId="{BCEE8DB1-8557-4D16-871D-075E7AA0F2D6}" dt="2021-11-09T10:56:31.926" v="49" actId="478"/>
          <ac:picMkLst>
            <pc:docMk/>
            <pc:sldMk cId="1977011526" sldId="258"/>
            <ac:picMk id="11" creationId="{A1BA7570-C1D6-4F82-8A87-B9EF91A4C739}"/>
          </ac:picMkLst>
        </pc:picChg>
        <pc:picChg chg="add mod">
          <ac:chgData name="Javier Buezo" userId="2f4cc0ba-bf10-4d20-86cb-3d6156a79753" providerId="ADAL" clId="{BCEE8DB1-8557-4D16-871D-075E7AA0F2D6}" dt="2021-11-09T10:56:49.381" v="54" actId="1076"/>
          <ac:picMkLst>
            <pc:docMk/>
            <pc:sldMk cId="1977011526" sldId="258"/>
            <ac:picMk id="14" creationId="{8E45D102-B006-437B-8690-8D1A9D3DB35A}"/>
          </ac:picMkLst>
        </pc:picChg>
      </pc:sldChg>
      <pc:sldChg chg="addSp modSp mod">
        <pc:chgData name="Javier Buezo" userId="2f4cc0ba-bf10-4d20-86cb-3d6156a79753" providerId="ADAL" clId="{BCEE8DB1-8557-4D16-871D-075E7AA0F2D6}" dt="2021-11-09T11:01:17.429" v="124" actId="1076"/>
        <pc:sldMkLst>
          <pc:docMk/>
          <pc:sldMk cId="4167735626" sldId="259"/>
        </pc:sldMkLst>
        <pc:spChg chg="mod">
          <ac:chgData name="Javier Buezo" userId="2f4cc0ba-bf10-4d20-86cb-3d6156a79753" providerId="ADAL" clId="{BCEE8DB1-8557-4D16-871D-075E7AA0F2D6}" dt="2021-11-09T11:01:17.429" v="124" actId="1076"/>
          <ac:spMkLst>
            <pc:docMk/>
            <pc:sldMk cId="4167735626" sldId="259"/>
            <ac:spMk id="10" creationId="{178B326F-463A-4532-AD9D-43419993E0DE}"/>
          </ac:spMkLst>
        </pc:spChg>
        <pc:spChg chg="add mod">
          <ac:chgData name="Javier Buezo" userId="2f4cc0ba-bf10-4d20-86cb-3d6156a79753" providerId="ADAL" clId="{BCEE8DB1-8557-4D16-871D-075E7AA0F2D6}" dt="2021-11-09T11:01:13.048" v="123"/>
          <ac:spMkLst>
            <pc:docMk/>
            <pc:sldMk cId="4167735626" sldId="259"/>
            <ac:spMk id="13" creationId="{0CAFDA4D-5277-4EAD-9F5C-A6D5415BBAB0}"/>
          </ac:spMkLst>
        </pc:spChg>
        <pc:spChg chg="add mod">
          <ac:chgData name="Javier Buezo" userId="2f4cc0ba-bf10-4d20-86cb-3d6156a79753" providerId="ADAL" clId="{BCEE8DB1-8557-4D16-871D-075E7AA0F2D6}" dt="2021-11-09T11:01:13.048" v="123"/>
          <ac:spMkLst>
            <pc:docMk/>
            <pc:sldMk cId="4167735626" sldId="259"/>
            <ac:spMk id="14" creationId="{92056A80-CF8B-478E-8F8A-7F16FF036FE3}"/>
          </ac:spMkLst>
        </pc:spChg>
        <pc:picChg chg="mod">
          <ac:chgData name="Javier Buezo" userId="2f4cc0ba-bf10-4d20-86cb-3d6156a79753" providerId="ADAL" clId="{BCEE8DB1-8557-4D16-871D-075E7AA0F2D6}" dt="2021-11-09T10:57:00.968" v="56" actId="14100"/>
          <ac:picMkLst>
            <pc:docMk/>
            <pc:sldMk cId="4167735626" sldId="259"/>
            <ac:picMk id="9" creationId="{6461DAD5-63DD-41BF-818F-AA30E5471A79}"/>
          </ac:picMkLst>
        </pc:picChg>
        <pc:picChg chg="add mod">
          <ac:chgData name="Javier Buezo" userId="2f4cc0ba-bf10-4d20-86cb-3d6156a79753" providerId="ADAL" clId="{BCEE8DB1-8557-4D16-871D-075E7AA0F2D6}" dt="2021-11-09T10:57:39.320" v="61" actId="1076"/>
          <ac:picMkLst>
            <pc:docMk/>
            <pc:sldMk cId="4167735626" sldId="259"/>
            <ac:picMk id="12" creationId="{DFDFBA92-BD89-439C-BE46-69CE85708D6B}"/>
          </ac:picMkLst>
        </pc:picChg>
      </pc:sldChg>
      <pc:sldChg chg="addSp delSp modSp mod">
        <pc:chgData name="Javier Buezo" userId="2f4cc0ba-bf10-4d20-86cb-3d6156a79753" providerId="ADAL" clId="{BCEE8DB1-8557-4D16-871D-075E7AA0F2D6}" dt="2021-11-09T11:01:02.911" v="120" actId="20577"/>
        <pc:sldMkLst>
          <pc:docMk/>
          <pc:sldMk cId="823833129" sldId="260"/>
        </pc:sldMkLst>
        <pc:spChg chg="mod">
          <ac:chgData name="Javier Buezo" userId="2f4cc0ba-bf10-4d20-86cb-3d6156a79753" providerId="ADAL" clId="{BCEE8DB1-8557-4D16-871D-075E7AA0F2D6}" dt="2021-11-09T10:51:09.298" v="20" actId="1076"/>
          <ac:spMkLst>
            <pc:docMk/>
            <pc:sldMk cId="823833129" sldId="260"/>
            <ac:spMk id="9" creationId="{1FFF072D-533C-47E9-96B3-818B95F114E5}"/>
          </ac:spMkLst>
        </pc:spChg>
        <pc:spChg chg="add mod">
          <ac:chgData name="Javier Buezo" userId="2f4cc0ba-bf10-4d20-86cb-3d6156a79753" providerId="ADAL" clId="{BCEE8DB1-8557-4D16-871D-075E7AA0F2D6}" dt="2021-11-09T11:00:17.630" v="79" actId="1076"/>
          <ac:spMkLst>
            <pc:docMk/>
            <pc:sldMk cId="823833129" sldId="260"/>
            <ac:spMk id="13" creationId="{327CED96-C875-4C61-8846-5D58E967E329}"/>
          </ac:spMkLst>
        </pc:spChg>
        <pc:spChg chg="add mod">
          <ac:chgData name="Javier Buezo" userId="2f4cc0ba-bf10-4d20-86cb-3d6156a79753" providerId="ADAL" clId="{BCEE8DB1-8557-4D16-871D-075E7AA0F2D6}" dt="2021-11-09T11:00:45.608" v="97" actId="20577"/>
          <ac:spMkLst>
            <pc:docMk/>
            <pc:sldMk cId="823833129" sldId="260"/>
            <ac:spMk id="14" creationId="{2D85D368-7C58-4A5D-8B13-0B00074AA1B2}"/>
          </ac:spMkLst>
        </pc:spChg>
        <pc:spChg chg="add mod">
          <ac:chgData name="Javier Buezo" userId="2f4cc0ba-bf10-4d20-86cb-3d6156a79753" providerId="ADAL" clId="{BCEE8DB1-8557-4D16-871D-075E7AA0F2D6}" dt="2021-11-09T11:01:02.911" v="120" actId="20577"/>
          <ac:spMkLst>
            <pc:docMk/>
            <pc:sldMk cId="823833129" sldId="260"/>
            <ac:spMk id="15" creationId="{67BAEAA8-6012-4E76-BBD5-465B6F0B0BE8}"/>
          </ac:spMkLst>
        </pc:spChg>
        <pc:picChg chg="mod">
          <ac:chgData name="Javier Buezo" userId="2f4cc0ba-bf10-4d20-86cb-3d6156a79753" providerId="ADAL" clId="{BCEE8DB1-8557-4D16-871D-075E7AA0F2D6}" dt="2021-11-09T10:52:58.634" v="32" actId="1076"/>
          <ac:picMkLst>
            <pc:docMk/>
            <pc:sldMk cId="823833129" sldId="260"/>
            <ac:picMk id="8" creationId="{5F59817C-CC37-45A5-8DFA-8AC77C18EC27}"/>
          </ac:picMkLst>
        </pc:picChg>
        <pc:picChg chg="add del mod">
          <ac:chgData name="Javier Buezo" userId="2f4cc0ba-bf10-4d20-86cb-3d6156a79753" providerId="ADAL" clId="{BCEE8DB1-8557-4D16-871D-075E7AA0F2D6}" dt="2021-11-09T10:26:53.943" v="11" actId="22"/>
          <ac:picMkLst>
            <pc:docMk/>
            <pc:sldMk cId="823833129" sldId="260"/>
            <ac:picMk id="11" creationId="{E0CA5993-8DC9-4B5E-B24F-D77E07862B61}"/>
          </ac:picMkLst>
        </pc:picChg>
        <pc:picChg chg="add mod">
          <ac:chgData name="Javier Buezo" userId="2f4cc0ba-bf10-4d20-86cb-3d6156a79753" providerId="ADAL" clId="{BCEE8DB1-8557-4D16-871D-075E7AA0F2D6}" dt="2021-11-09T10:53:00.546" v="33" actId="1076"/>
          <ac:picMkLst>
            <pc:docMk/>
            <pc:sldMk cId="823833129" sldId="260"/>
            <ac:picMk id="12" creationId="{D4AFE85A-C33C-43C4-A4BF-7BCBADF55830}"/>
          </ac:picMkLst>
        </pc:picChg>
      </pc:sldChg>
      <pc:sldChg chg="addSp delSp modSp new mod">
        <pc:chgData name="Javier Buezo" userId="2f4cc0ba-bf10-4d20-86cb-3d6156a79753" providerId="ADAL" clId="{BCEE8DB1-8557-4D16-871D-075E7AA0F2D6}" dt="2021-11-10T10:22:47.920" v="412" actId="1076"/>
        <pc:sldMkLst>
          <pc:docMk/>
          <pc:sldMk cId="929323015" sldId="261"/>
        </pc:sldMkLst>
        <pc:spChg chg="del">
          <ac:chgData name="Javier Buezo" userId="2f4cc0ba-bf10-4d20-86cb-3d6156a79753" providerId="ADAL" clId="{BCEE8DB1-8557-4D16-871D-075E7AA0F2D6}" dt="2021-11-09T10:50:49.072" v="14" actId="478"/>
          <ac:spMkLst>
            <pc:docMk/>
            <pc:sldMk cId="929323015" sldId="261"/>
            <ac:spMk id="2" creationId="{5D15D21F-1A1B-4EF4-95EF-2ABF6013A9F1}"/>
          </ac:spMkLst>
        </pc:spChg>
        <pc:spChg chg="del">
          <ac:chgData name="Javier Buezo" userId="2f4cc0ba-bf10-4d20-86cb-3d6156a79753" providerId="ADAL" clId="{BCEE8DB1-8557-4D16-871D-075E7AA0F2D6}" dt="2021-11-09T10:50:50.369" v="15" actId="478"/>
          <ac:spMkLst>
            <pc:docMk/>
            <pc:sldMk cId="929323015" sldId="261"/>
            <ac:spMk id="3" creationId="{4F974851-C1D1-4A88-AD31-D3A55A6B4714}"/>
          </ac:spMkLst>
        </pc:spChg>
        <pc:spChg chg="add mod">
          <ac:chgData name="Javier Buezo" userId="2f4cc0ba-bf10-4d20-86cb-3d6156a79753" providerId="ADAL" clId="{BCEE8DB1-8557-4D16-871D-075E7AA0F2D6}" dt="2021-11-10T10:22:47.920" v="412" actId="1076"/>
          <ac:spMkLst>
            <pc:docMk/>
            <pc:sldMk cId="929323015" sldId="261"/>
            <ac:spMk id="4" creationId="{F54B8094-6459-4B93-9E6B-C1C5A28C53A4}"/>
          </ac:spMkLst>
        </pc:spChg>
        <pc:spChg chg="add mod">
          <ac:chgData name="Javier Buezo" userId="2f4cc0ba-bf10-4d20-86cb-3d6156a79753" providerId="ADAL" clId="{BCEE8DB1-8557-4D16-871D-075E7AA0F2D6}" dt="2021-11-10T10:22:26.586" v="406" actId="1076"/>
          <ac:spMkLst>
            <pc:docMk/>
            <pc:sldMk cId="929323015" sldId="261"/>
            <ac:spMk id="9" creationId="{9623F06B-FE0F-4834-B5D8-334D2450DB7D}"/>
          </ac:spMkLst>
        </pc:spChg>
        <pc:spChg chg="add mod">
          <ac:chgData name="Javier Buezo" userId="2f4cc0ba-bf10-4d20-86cb-3d6156a79753" providerId="ADAL" clId="{BCEE8DB1-8557-4D16-871D-075E7AA0F2D6}" dt="2021-11-10T10:22:32.015" v="409" actId="20577"/>
          <ac:spMkLst>
            <pc:docMk/>
            <pc:sldMk cId="929323015" sldId="261"/>
            <ac:spMk id="10" creationId="{38523941-0529-476B-A6A3-51A769FF07D6}"/>
          </ac:spMkLst>
        </pc:spChg>
        <pc:spChg chg="add mod">
          <ac:chgData name="Javier Buezo" userId="2f4cc0ba-bf10-4d20-86cb-3d6156a79753" providerId="ADAL" clId="{BCEE8DB1-8557-4D16-871D-075E7AA0F2D6}" dt="2021-11-10T10:22:38.231" v="411" actId="1076"/>
          <ac:spMkLst>
            <pc:docMk/>
            <pc:sldMk cId="929323015" sldId="261"/>
            <ac:spMk id="11" creationId="{83A0244C-2408-4F75-890E-C2D31BC0A3E8}"/>
          </ac:spMkLst>
        </pc:spChg>
        <pc:picChg chg="add mod modCrop">
          <ac:chgData name="Javier Buezo" userId="2f4cc0ba-bf10-4d20-86cb-3d6156a79753" providerId="ADAL" clId="{BCEE8DB1-8557-4D16-871D-075E7AA0F2D6}" dt="2021-11-10T10:21:59.882" v="397" actId="1076"/>
          <ac:picMkLst>
            <pc:docMk/>
            <pc:sldMk cId="929323015" sldId="261"/>
            <ac:picMk id="3" creationId="{092C9EE1-6D27-4942-B7E0-1709908B3F0A}"/>
          </ac:picMkLst>
        </pc:picChg>
        <pc:picChg chg="add del mod">
          <ac:chgData name="Javier Buezo" userId="2f4cc0ba-bf10-4d20-86cb-3d6156a79753" providerId="ADAL" clId="{BCEE8DB1-8557-4D16-871D-075E7AA0F2D6}" dt="2021-11-09T10:51:11.396" v="21" actId="21"/>
          <ac:picMkLst>
            <pc:docMk/>
            <pc:sldMk cId="929323015" sldId="261"/>
            <ac:picMk id="5" creationId="{91FD8674-BE7E-4E99-AAB3-2C8EE5D2F1F2}"/>
          </ac:picMkLst>
        </pc:picChg>
        <pc:picChg chg="add mod ord modCrop">
          <ac:chgData name="Javier Buezo" userId="2f4cc0ba-bf10-4d20-86cb-3d6156a79753" providerId="ADAL" clId="{BCEE8DB1-8557-4D16-871D-075E7AA0F2D6}" dt="2021-11-10T10:22:01.361" v="398" actId="1076"/>
          <ac:picMkLst>
            <pc:docMk/>
            <pc:sldMk cId="929323015" sldId="261"/>
            <ac:picMk id="6" creationId="{6CED4054-2CDB-4920-912D-3349D43C037E}"/>
          </ac:picMkLst>
        </pc:picChg>
        <pc:picChg chg="add mod">
          <ac:chgData name="Javier Buezo" userId="2f4cc0ba-bf10-4d20-86cb-3d6156a79753" providerId="ADAL" clId="{BCEE8DB1-8557-4D16-871D-075E7AA0F2D6}" dt="2021-11-10T10:22:03.323" v="399" actId="1076"/>
          <ac:picMkLst>
            <pc:docMk/>
            <pc:sldMk cId="929323015" sldId="261"/>
            <ac:picMk id="8" creationId="{08148877-FEED-4066-AD76-87199A126660}"/>
          </ac:picMkLst>
        </pc:picChg>
      </pc:sldChg>
      <pc:sldChg chg="modSp add mod">
        <pc:chgData name="Javier Buezo" userId="2f4cc0ba-bf10-4d20-86cb-3d6156a79753" providerId="ADAL" clId="{BCEE8DB1-8557-4D16-871D-075E7AA0F2D6}" dt="2021-11-09T11:14:23.102" v="185" actId="1076"/>
        <pc:sldMkLst>
          <pc:docMk/>
          <pc:sldMk cId="2641404857" sldId="267"/>
        </pc:sldMkLst>
        <pc:picChg chg="mod ord">
          <ac:chgData name="Javier Buezo" userId="2f4cc0ba-bf10-4d20-86cb-3d6156a79753" providerId="ADAL" clId="{BCEE8DB1-8557-4D16-871D-075E7AA0F2D6}" dt="2021-11-09T11:13:34.191" v="174" actId="167"/>
          <ac:picMkLst>
            <pc:docMk/>
            <pc:sldMk cId="2641404857" sldId="267"/>
            <ac:picMk id="6" creationId="{DC3A5EB2-B743-44C2-9771-22BAD725EACA}"/>
          </ac:picMkLst>
        </pc:picChg>
        <pc:picChg chg="mod ord modCrop">
          <ac:chgData name="Javier Buezo" userId="2f4cc0ba-bf10-4d20-86cb-3d6156a79753" providerId="ADAL" clId="{BCEE8DB1-8557-4D16-871D-075E7AA0F2D6}" dt="2021-11-09T11:14:19.505" v="183" actId="732"/>
          <ac:picMkLst>
            <pc:docMk/>
            <pc:sldMk cId="2641404857" sldId="267"/>
            <ac:picMk id="8" creationId="{1F23971C-5A4E-49F7-B561-C6AD3A2D95C3}"/>
          </ac:picMkLst>
        </pc:picChg>
        <pc:picChg chg="mod ord">
          <ac:chgData name="Javier Buezo" userId="2f4cc0ba-bf10-4d20-86cb-3d6156a79753" providerId="ADAL" clId="{BCEE8DB1-8557-4D16-871D-075E7AA0F2D6}" dt="2021-11-09T11:14:23.102" v="185" actId="1076"/>
          <ac:picMkLst>
            <pc:docMk/>
            <pc:sldMk cId="2641404857" sldId="267"/>
            <ac:picMk id="10" creationId="{54A4136A-2D1A-4779-A930-20FC539A9FB3}"/>
          </ac:picMkLst>
        </pc:picChg>
      </pc:sldChg>
      <pc:sldChg chg="addSp delSp modSp add mod">
        <pc:chgData name="Javier Buezo" userId="2f4cc0ba-bf10-4d20-86cb-3d6156a79753" providerId="ADAL" clId="{BCEE8DB1-8557-4D16-871D-075E7AA0F2D6}" dt="2021-11-09T11:16:46.955" v="211" actId="1076"/>
        <pc:sldMkLst>
          <pc:docMk/>
          <pc:sldMk cId="2775145028" sldId="268"/>
        </pc:sldMkLst>
        <pc:spChg chg="add del">
          <ac:chgData name="Javier Buezo" userId="2f4cc0ba-bf10-4d20-86cb-3d6156a79753" providerId="ADAL" clId="{BCEE8DB1-8557-4D16-871D-075E7AA0F2D6}" dt="2021-11-09T11:15:47.199" v="193"/>
          <ac:spMkLst>
            <pc:docMk/>
            <pc:sldMk cId="2775145028" sldId="268"/>
            <ac:spMk id="2" creationId="{ED222E58-BDDD-4261-B369-2F26449E4C9E}"/>
          </ac:spMkLst>
        </pc:spChg>
        <pc:spChg chg="add del">
          <ac:chgData name="Javier Buezo" userId="2f4cc0ba-bf10-4d20-86cb-3d6156a79753" providerId="ADAL" clId="{BCEE8DB1-8557-4D16-871D-075E7AA0F2D6}" dt="2021-11-09T11:16:34.736" v="204"/>
          <ac:spMkLst>
            <pc:docMk/>
            <pc:sldMk cId="2775145028" sldId="268"/>
            <ac:spMk id="3" creationId="{F5012E17-45E2-4167-A747-8E2C3E59CACF}"/>
          </ac:spMkLst>
        </pc:spChg>
        <pc:picChg chg="mod">
          <ac:chgData name="Javier Buezo" userId="2f4cc0ba-bf10-4d20-86cb-3d6156a79753" providerId="ADAL" clId="{BCEE8DB1-8557-4D16-871D-075E7AA0F2D6}" dt="2021-11-09T11:15:30.811" v="190" actId="1076"/>
          <ac:picMkLst>
            <pc:docMk/>
            <pc:sldMk cId="2775145028" sldId="268"/>
            <ac:picMk id="5" creationId="{6B937025-BC89-4232-A775-58C3200D8396}"/>
          </ac:picMkLst>
        </pc:picChg>
        <pc:picChg chg="add del mod modCrop">
          <ac:chgData name="Javier Buezo" userId="2f4cc0ba-bf10-4d20-86cb-3d6156a79753" providerId="ADAL" clId="{BCEE8DB1-8557-4D16-871D-075E7AA0F2D6}" dt="2021-11-09T11:16:07.133" v="201" actId="1076"/>
          <ac:picMkLst>
            <pc:docMk/>
            <pc:sldMk cId="2775145028" sldId="268"/>
            <ac:picMk id="8" creationId="{8420625C-0816-4FB6-8B28-837F1A2DB0C2}"/>
          </ac:picMkLst>
        </pc:picChg>
        <pc:picChg chg="add del mod">
          <ac:chgData name="Javier Buezo" userId="2f4cc0ba-bf10-4d20-86cb-3d6156a79753" providerId="ADAL" clId="{BCEE8DB1-8557-4D16-871D-075E7AA0F2D6}" dt="2021-11-09T11:16:46.955" v="211" actId="1076"/>
          <ac:picMkLst>
            <pc:docMk/>
            <pc:sldMk cId="2775145028" sldId="268"/>
            <ac:picMk id="10" creationId="{C34581E7-15CC-47BA-95AF-9D47524B62E7}"/>
          </ac:picMkLst>
        </pc:picChg>
      </pc:sldChg>
      <pc:sldChg chg="new del">
        <pc:chgData name="Javier Buezo" userId="2f4cc0ba-bf10-4d20-86cb-3d6156a79753" providerId="ADAL" clId="{BCEE8DB1-8557-4D16-871D-075E7AA0F2D6}" dt="2021-11-09T11:38:41.794" v="289" actId="47"/>
        <pc:sldMkLst>
          <pc:docMk/>
          <pc:sldMk cId="2707634491" sldId="269"/>
        </pc:sldMkLst>
      </pc:sldChg>
      <pc:sldChg chg="addSp delSp modSp add mod">
        <pc:chgData name="Javier Buezo" userId="2f4cc0ba-bf10-4d20-86cb-3d6156a79753" providerId="ADAL" clId="{BCEE8DB1-8557-4D16-871D-075E7AA0F2D6}" dt="2021-11-19T07:52:43.532" v="419" actId="27918"/>
        <pc:sldMkLst>
          <pc:docMk/>
          <pc:sldMk cId="2048065890" sldId="278"/>
        </pc:sldMkLst>
        <pc:spChg chg="add mod">
          <ac:chgData name="Javier Buezo" userId="2f4cc0ba-bf10-4d20-86cb-3d6156a79753" providerId="ADAL" clId="{BCEE8DB1-8557-4D16-871D-075E7AA0F2D6}" dt="2021-11-09T11:33:55.367" v="261" actId="20577"/>
          <ac:spMkLst>
            <pc:docMk/>
            <pc:sldMk cId="2048065890" sldId="278"/>
            <ac:spMk id="9" creationId="{4EA9D441-598E-420D-84F1-69792246DE67}"/>
          </ac:spMkLst>
        </pc:spChg>
        <pc:spChg chg="add mod">
          <ac:chgData name="Javier Buezo" userId="2f4cc0ba-bf10-4d20-86cb-3d6156a79753" providerId="ADAL" clId="{BCEE8DB1-8557-4D16-871D-075E7AA0F2D6}" dt="2021-11-09T11:39:14.338" v="293" actId="1076"/>
          <ac:spMkLst>
            <pc:docMk/>
            <pc:sldMk cId="2048065890" sldId="278"/>
            <ac:spMk id="12" creationId="{D8F07B03-46E6-43E4-8DA2-C80B533DEA18}"/>
          </ac:spMkLst>
        </pc:spChg>
        <pc:spChg chg="add mod">
          <ac:chgData name="Javier Buezo" userId="2f4cc0ba-bf10-4d20-86cb-3d6156a79753" providerId="ADAL" clId="{BCEE8DB1-8557-4D16-871D-075E7AA0F2D6}" dt="2021-11-09T11:39:23.733" v="296" actId="1076"/>
          <ac:spMkLst>
            <pc:docMk/>
            <pc:sldMk cId="2048065890" sldId="278"/>
            <ac:spMk id="13" creationId="{EC0D9F10-27EC-402E-A8A6-D7ABA0D7EEA9}"/>
          </ac:spMkLst>
        </pc:spChg>
        <pc:spChg chg="add mod">
          <ac:chgData name="Javier Buezo" userId="2f4cc0ba-bf10-4d20-86cb-3d6156a79753" providerId="ADAL" clId="{BCEE8DB1-8557-4D16-871D-075E7AA0F2D6}" dt="2021-11-09T11:39:27.531" v="297" actId="1076"/>
          <ac:spMkLst>
            <pc:docMk/>
            <pc:sldMk cId="2048065890" sldId="278"/>
            <ac:spMk id="14" creationId="{56000537-C20C-4ED5-883F-63AF3F1FE661}"/>
          </ac:spMkLst>
        </pc:spChg>
        <pc:spChg chg="add mod">
          <ac:chgData name="Javier Buezo" userId="2f4cc0ba-bf10-4d20-86cb-3d6156a79753" providerId="ADAL" clId="{BCEE8DB1-8557-4D16-871D-075E7AA0F2D6}" dt="2021-11-09T11:43:36.247" v="328" actId="1076"/>
          <ac:spMkLst>
            <pc:docMk/>
            <pc:sldMk cId="2048065890" sldId="278"/>
            <ac:spMk id="15" creationId="{44431C5F-FA1E-4A95-AF7A-29F542724663}"/>
          </ac:spMkLst>
        </pc:spChg>
        <pc:spChg chg="add mod">
          <ac:chgData name="Javier Buezo" userId="2f4cc0ba-bf10-4d20-86cb-3d6156a79753" providerId="ADAL" clId="{BCEE8DB1-8557-4D16-871D-075E7AA0F2D6}" dt="2021-11-09T11:39:21.453" v="295" actId="1076"/>
          <ac:spMkLst>
            <pc:docMk/>
            <pc:sldMk cId="2048065890" sldId="278"/>
            <ac:spMk id="16" creationId="{A24907C8-EA8B-41A9-83E9-E0E55F590528}"/>
          </ac:spMkLst>
        </pc:spChg>
        <pc:spChg chg="add mod">
          <ac:chgData name="Javier Buezo" userId="2f4cc0ba-bf10-4d20-86cb-3d6156a79753" providerId="ADAL" clId="{BCEE8DB1-8557-4D16-871D-075E7AA0F2D6}" dt="2021-11-09T11:39:30.290" v="298" actId="1076"/>
          <ac:spMkLst>
            <pc:docMk/>
            <pc:sldMk cId="2048065890" sldId="278"/>
            <ac:spMk id="17" creationId="{744D24E3-B8D6-42BD-8FEC-AFC13399FABA}"/>
          </ac:spMkLst>
        </pc:spChg>
        <pc:spChg chg="add mod">
          <ac:chgData name="Javier Buezo" userId="2f4cc0ba-bf10-4d20-86cb-3d6156a79753" providerId="ADAL" clId="{BCEE8DB1-8557-4D16-871D-075E7AA0F2D6}" dt="2021-11-09T11:40:06.194" v="303" actId="1076"/>
          <ac:spMkLst>
            <pc:docMk/>
            <pc:sldMk cId="2048065890" sldId="278"/>
            <ac:spMk id="18" creationId="{D13E2C58-BA6D-42CF-9FAC-D66368F9D873}"/>
          </ac:spMkLst>
        </pc:spChg>
        <pc:spChg chg="add mod">
          <ac:chgData name="Javier Buezo" userId="2f4cc0ba-bf10-4d20-86cb-3d6156a79753" providerId="ADAL" clId="{BCEE8DB1-8557-4D16-871D-075E7AA0F2D6}" dt="2021-11-09T11:40:03.637" v="302" actId="1076"/>
          <ac:spMkLst>
            <pc:docMk/>
            <pc:sldMk cId="2048065890" sldId="278"/>
            <ac:spMk id="19" creationId="{0A44B074-24CD-42B0-B1F3-1AD3D6CA1A89}"/>
          </ac:spMkLst>
        </pc:spChg>
        <pc:spChg chg="add mod">
          <ac:chgData name="Javier Buezo" userId="2f4cc0ba-bf10-4d20-86cb-3d6156a79753" providerId="ADAL" clId="{BCEE8DB1-8557-4D16-871D-075E7AA0F2D6}" dt="2021-11-09T11:40:07.931" v="304" actId="1076"/>
          <ac:spMkLst>
            <pc:docMk/>
            <pc:sldMk cId="2048065890" sldId="278"/>
            <ac:spMk id="20" creationId="{80034F8A-65C7-4506-9DB3-74597C32FF38}"/>
          </ac:spMkLst>
        </pc:spChg>
        <pc:spChg chg="add mod">
          <ac:chgData name="Javier Buezo" userId="2f4cc0ba-bf10-4d20-86cb-3d6156a79753" providerId="ADAL" clId="{BCEE8DB1-8557-4D16-871D-075E7AA0F2D6}" dt="2021-11-09T11:40:00.878" v="301" actId="1076"/>
          <ac:spMkLst>
            <pc:docMk/>
            <pc:sldMk cId="2048065890" sldId="278"/>
            <ac:spMk id="21" creationId="{69364DAB-200E-4107-8F54-5C4BA130D5B3}"/>
          </ac:spMkLst>
        </pc:spChg>
        <pc:spChg chg="add mod">
          <ac:chgData name="Javier Buezo" userId="2f4cc0ba-bf10-4d20-86cb-3d6156a79753" providerId="ADAL" clId="{BCEE8DB1-8557-4D16-871D-075E7AA0F2D6}" dt="2021-11-09T11:40:10.772" v="305" actId="1076"/>
          <ac:spMkLst>
            <pc:docMk/>
            <pc:sldMk cId="2048065890" sldId="278"/>
            <ac:spMk id="22" creationId="{EEBE96E2-61B8-4DFF-801B-FEFD6EAFFF96}"/>
          </ac:spMkLst>
        </pc:spChg>
        <pc:spChg chg="add mod">
          <ac:chgData name="Javier Buezo" userId="2f4cc0ba-bf10-4d20-86cb-3d6156a79753" providerId="ADAL" clId="{BCEE8DB1-8557-4D16-871D-075E7AA0F2D6}" dt="2021-11-09T11:40:17.720" v="308" actId="1076"/>
          <ac:spMkLst>
            <pc:docMk/>
            <pc:sldMk cId="2048065890" sldId="278"/>
            <ac:spMk id="23" creationId="{45DC63B3-DF38-4A19-AE80-0A5E905699B1}"/>
          </ac:spMkLst>
        </pc:spChg>
        <pc:spChg chg="add mod">
          <ac:chgData name="Javier Buezo" userId="2f4cc0ba-bf10-4d20-86cb-3d6156a79753" providerId="ADAL" clId="{BCEE8DB1-8557-4D16-871D-075E7AA0F2D6}" dt="2021-11-09T11:40:50.801" v="315" actId="1076"/>
          <ac:spMkLst>
            <pc:docMk/>
            <pc:sldMk cId="2048065890" sldId="278"/>
            <ac:spMk id="24" creationId="{FC65CF5E-70C8-44EE-B456-A2766D2E5BF0}"/>
          </ac:spMkLst>
        </pc:spChg>
        <pc:spChg chg="add mod">
          <ac:chgData name="Javier Buezo" userId="2f4cc0ba-bf10-4d20-86cb-3d6156a79753" providerId="ADAL" clId="{BCEE8DB1-8557-4D16-871D-075E7AA0F2D6}" dt="2021-11-09T11:40:43.702" v="312" actId="1076"/>
          <ac:spMkLst>
            <pc:docMk/>
            <pc:sldMk cId="2048065890" sldId="278"/>
            <ac:spMk id="25" creationId="{3CCDF348-E2E0-43CA-8325-D4C2A0A89D49}"/>
          </ac:spMkLst>
        </pc:spChg>
        <pc:spChg chg="add mod">
          <ac:chgData name="Javier Buezo" userId="2f4cc0ba-bf10-4d20-86cb-3d6156a79753" providerId="ADAL" clId="{BCEE8DB1-8557-4D16-871D-075E7AA0F2D6}" dt="2021-11-09T11:40:48.959" v="314" actId="1076"/>
          <ac:spMkLst>
            <pc:docMk/>
            <pc:sldMk cId="2048065890" sldId="278"/>
            <ac:spMk id="26" creationId="{9AF219A7-8998-42F5-9E1D-617381F758D3}"/>
          </ac:spMkLst>
        </pc:spChg>
        <pc:spChg chg="add mod">
          <ac:chgData name="Javier Buezo" userId="2f4cc0ba-bf10-4d20-86cb-3d6156a79753" providerId="ADAL" clId="{BCEE8DB1-8557-4D16-871D-075E7AA0F2D6}" dt="2021-11-09T11:40:45.846" v="313" actId="1076"/>
          <ac:spMkLst>
            <pc:docMk/>
            <pc:sldMk cId="2048065890" sldId="278"/>
            <ac:spMk id="27" creationId="{261B5165-FD32-453D-B99B-61CBA440F24E}"/>
          </ac:spMkLst>
        </pc:spChg>
        <pc:spChg chg="add mod">
          <ac:chgData name="Javier Buezo" userId="2f4cc0ba-bf10-4d20-86cb-3d6156a79753" providerId="ADAL" clId="{BCEE8DB1-8557-4D16-871D-075E7AA0F2D6}" dt="2021-11-09T11:40:41.462" v="311" actId="1076"/>
          <ac:spMkLst>
            <pc:docMk/>
            <pc:sldMk cId="2048065890" sldId="278"/>
            <ac:spMk id="28" creationId="{F8740831-E03B-4B2B-A025-3CD7CAAA3B4F}"/>
          </ac:spMkLst>
        </pc:spChg>
        <pc:spChg chg="add mod">
          <ac:chgData name="Javier Buezo" userId="2f4cc0ba-bf10-4d20-86cb-3d6156a79753" providerId="ADAL" clId="{BCEE8DB1-8557-4D16-871D-075E7AA0F2D6}" dt="2021-11-09T11:40:53.108" v="316" actId="1076"/>
          <ac:spMkLst>
            <pc:docMk/>
            <pc:sldMk cId="2048065890" sldId="278"/>
            <ac:spMk id="29" creationId="{AE7359A4-9C04-4B47-8C9A-5C8FCB07D166}"/>
          </ac:spMkLst>
        </pc:spChg>
        <pc:spChg chg="add mod">
          <ac:chgData name="Javier Buezo" userId="2f4cc0ba-bf10-4d20-86cb-3d6156a79753" providerId="ADAL" clId="{BCEE8DB1-8557-4D16-871D-075E7AA0F2D6}" dt="2021-11-09T11:56:00.510" v="345" actId="1076"/>
          <ac:spMkLst>
            <pc:docMk/>
            <pc:sldMk cId="2048065890" sldId="278"/>
            <ac:spMk id="30" creationId="{B368804F-A20F-4E5F-9B22-D0292A05EAAD}"/>
          </ac:spMkLst>
        </pc:spChg>
        <pc:spChg chg="add mod">
          <ac:chgData name="Javier Buezo" userId="2f4cc0ba-bf10-4d20-86cb-3d6156a79753" providerId="ADAL" clId="{BCEE8DB1-8557-4D16-871D-075E7AA0F2D6}" dt="2021-11-09T11:43:22.295" v="320" actId="1076"/>
          <ac:spMkLst>
            <pc:docMk/>
            <pc:sldMk cId="2048065890" sldId="278"/>
            <ac:spMk id="31" creationId="{07D85B2A-6C10-4E1D-A8E5-E7B8F1379275}"/>
          </ac:spMkLst>
        </pc:spChg>
        <pc:spChg chg="add mod">
          <ac:chgData name="Javier Buezo" userId="2f4cc0ba-bf10-4d20-86cb-3d6156a79753" providerId="ADAL" clId="{BCEE8DB1-8557-4D16-871D-075E7AA0F2D6}" dt="2021-11-09T11:43:24.996" v="322" actId="1076"/>
          <ac:spMkLst>
            <pc:docMk/>
            <pc:sldMk cId="2048065890" sldId="278"/>
            <ac:spMk id="32" creationId="{F9380362-B341-49AC-A49C-F1F3E2B67C37}"/>
          </ac:spMkLst>
        </pc:spChg>
        <pc:spChg chg="add mod">
          <ac:chgData name="Javier Buezo" userId="2f4cc0ba-bf10-4d20-86cb-3d6156a79753" providerId="ADAL" clId="{BCEE8DB1-8557-4D16-871D-075E7AA0F2D6}" dt="2021-11-09T11:43:29.191" v="324" actId="1076"/>
          <ac:spMkLst>
            <pc:docMk/>
            <pc:sldMk cId="2048065890" sldId="278"/>
            <ac:spMk id="33" creationId="{D961BB14-ECB2-482A-B0A1-905AFFE55305}"/>
          </ac:spMkLst>
        </pc:spChg>
        <pc:spChg chg="add mod">
          <ac:chgData name="Javier Buezo" userId="2f4cc0ba-bf10-4d20-86cb-3d6156a79753" providerId="ADAL" clId="{BCEE8DB1-8557-4D16-871D-075E7AA0F2D6}" dt="2021-11-09T11:43:32.786" v="326" actId="1076"/>
          <ac:spMkLst>
            <pc:docMk/>
            <pc:sldMk cId="2048065890" sldId="278"/>
            <ac:spMk id="34" creationId="{68B7854E-368D-46FC-B86D-5F9E7606A6E3}"/>
          </ac:spMkLst>
        </pc:spChg>
        <pc:spChg chg="add mod">
          <ac:chgData name="Javier Buezo" userId="2f4cc0ba-bf10-4d20-86cb-3d6156a79753" providerId="ADAL" clId="{BCEE8DB1-8557-4D16-871D-075E7AA0F2D6}" dt="2021-11-15T15:09:41.416" v="413" actId="1076"/>
          <ac:spMkLst>
            <pc:docMk/>
            <pc:sldMk cId="2048065890" sldId="278"/>
            <ac:spMk id="35" creationId="{111779BE-C0C4-41B7-BD41-653CC468F440}"/>
          </ac:spMkLst>
        </pc:spChg>
        <pc:spChg chg="add del mod">
          <ac:chgData name="Javier Buezo" userId="2f4cc0ba-bf10-4d20-86cb-3d6156a79753" providerId="ADAL" clId="{BCEE8DB1-8557-4D16-871D-075E7AA0F2D6}" dt="2021-11-09T11:52:06.180" v="332" actId="478"/>
          <ac:spMkLst>
            <pc:docMk/>
            <pc:sldMk cId="2048065890" sldId="278"/>
            <ac:spMk id="36" creationId="{D19450B3-CB30-4EB3-9049-704FEE8D7742}"/>
          </ac:spMkLst>
        </pc:spChg>
        <pc:spChg chg="add mod">
          <ac:chgData name="Javier Buezo" userId="2f4cc0ba-bf10-4d20-86cb-3d6156a79753" providerId="ADAL" clId="{BCEE8DB1-8557-4D16-871D-075E7AA0F2D6}" dt="2021-11-09T11:52:39.695" v="337" actId="1076"/>
          <ac:spMkLst>
            <pc:docMk/>
            <pc:sldMk cId="2048065890" sldId="278"/>
            <ac:spMk id="37" creationId="{391BA924-FCEF-42FB-8897-0F214AB3EEBB}"/>
          </ac:spMkLst>
        </pc:spChg>
        <pc:spChg chg="add mod">
          <ac:chgData name="Javier Buezo" userId="2f4cc0ba-bf10-4d20-86cb-3d6156a79753" providerId="ADAL" clId="{BCEE8DB1-8557-4D16-871D-075E7AA0F2D6}" dt="2021-11-09T11:52:45.210" v="340" actId="1076"/>
          <ac:spMkLst>
            <pc:docMk/>
            <pc:sldMk cId="2048065890" sldId="278"/>
            <ac:spMk id="38" creationId="{BD67FC78-0D90-455B-8A54-F34C830A95E8}"/>
          </ac:spMkLst>
        </pc:spChg>
        <pc:spChg chg="add mod">
          <ac:chgData name="Javier Buezo" userId="2f4cc0ba-bf10-4d20-86cb-3d6156a79753" providerId="ADAL" clId="{BCEE8DB1-8557-4D16-871D-075E7AA0F2D6}" dt="2021-11-09T11:52:52.890" v="343" actId="20577"/>
          <ac:spMkLst>
            <pc:docMk/>
            <pc:sldMk cId="2048065890" sldId="278"/>
            <ac:spMk id="39" creationId="{AFA08047-6604-4703-A0B9-624A8A82877E}"/>
          </ac:spMkLst>
        </pc:spChg>
        <pc:spChg chg="add mod">
          <ac:chgData name="Javier Buezo" userId="2f4cc0ba-bf10-4d20-86cb-3d6156a79753" providerId="ADAL" clId="{BCEE8DB1-8557-4D16-871D-075E7AA0F2D6}" dt="2021-11-09T11:56:14" v="348" actId="1076"/>
          <ac:spMkLst>
            <pc:docMk/>
            <pc:sldMk cId="2048065890" sldId="278"/>
            <ac:spMk id="40" creationId="{320C9727-9BA2-4F5B-9B8F-5A22C0B50904}"/>
          </ac:spMkLst>
        </pc:spChg>
        <pc:spChg chg="add mod">
          <ac:chgData name="Javier Buezo" userId="2f4cc0ba-bf10-4d20-86cb-3d6156a79753" providerId="ADAL" clId="{BCEE8DB1-8557-4D16-871D-075E7AA0F2D6}" dt="2021-11-09T11:56:27.470" v="353" actId="1076"/>
          <ac:spMkLst>
            <pc:docMk/>
            <pc:sldMk cId="2048065890" sldId="278"/>
            <ac:spMk id="41" creationId="{A6150428-FFE4-4687-8A89-6C01492815E7}"/>
          </ac:spMkLst>
        </pc:spChg>
        <pc:spChg chg="add mod">
          <ac:chgData name="Javier Buezo" userId="2f4cc0ba-bf10-4d20-86cb-3d6156a79753" providerId="ADAL" clId="{BCEE8DB1-8557-4D16-871D-075E7AA0F2D6}" dt="2021-11-09T11:56:24.821" v="352" actId="1076"/>
          <ac:spMkLst>
            <pc:docMk/>
            <pc:sldMk cId="2048065890" sldId="278"/>
            <ac:spMk id="42" creationId="{939AF512-0071-4BCF-9045-6226886BE02C}"/>
          </ac:spMkLst>
        </pc:spChg>
        <pc:spChg chg="add mod">
          <ac:chgData name="Javier Buezo" userId="2f4cc0ba-bf10-4d20-86cb-3d6156a79753" providerId="ADAL" clId="{BCEE8DB1-8557-4D16-871D-075E7AA0F2D6}" dt="2021-11-09T11:56:22.270" v="351" actId="1076"/>
          <ac:spMkLst>
            <pc:docMk/>
            <pc:sldMk cId="2048065890" sldId="278"/>
            <ac:spMk id="43" creationId="{99234482-4A32-44EA-B28B-36D4B5C5A402}"/>
          </ac:spMkLst>
        </pc:spChg>
        <pc:spChg chg="add mod">
          <ac:chgData name="Javier Buezo" userId="2f4cc0ba-bf10-4d20-86cb-3d6156a79753" providerId="ADAL" clId="{BCEE8DB1-8557-4D16-871D-075E7AA0F2D6}" dt="2021-11-09T11:56:19.340" v="350" actId="1076"/>
          <ac:spMkLst>
            <pc:docMk/>
            <pc:sldMk cId="2048065890" sldId="278"/>
            <ac:spMk id="44" creationId="{B4F99605-756B-42A0-B787-F1EEA22A6E71}"/>
          </ac:spMkLst>
        </pc:spChg>
        <pc:spChg chg="add mod">
          <ac:chgData name="Javier Buezo" userId="2f4cc0ba-bf10-4d20-86cb-3d6156a79753" providerId="ADAL" clId="{BCEE8DB1-8557-4D16-871D-075E7AA0F2D6}" dt="2021-11-09T11:56:16.781" v="349" actId="1076"/>
          <ac:spMkLst>
            <pc:docMk/>
            <pc:sldMk cId="2048065890" sldId="278"/>
            <ac:spMk id="45" creationId="{5803EACB-4247-48C9-B614-23F2B7ECE42F}"/>
          </ac:spMkLst>
        </pc:spChg>
        <pc:graphicFrameChg chg="mod">
          <ac:chgData name="Javier Buezo" userId="2f4cc0ba-bf10-4d20-86cb-3d6156a79753" providerId="ADAL" clId="{BCEE8DB1-8557-4D16-871D-075E7AA0F2D6}" dt="2021-11-09T11:55:57.591" v="344"/>
          <ac:graphicFrameMkLst>
            <pc:docMk/>
            <pc:sldMk cId="2048065890" sldId="278"/>
            <ac:graphicFrameMk id="4" creationId="{25FA7749-8C90-499F-AD64-B890FEAE0BA1}"/>
          </ac:graphicFrameMkLst>
        </pc:graphicFrameChg>
        <pc:graphicFrameChg chg="mod">
          <ac:chgData name="Javier Buezo" userId="2f4cc0ba-bf10-4d20-86cb-3d6156a79753" providerId="ADAL" clId="{BCEE8DB1-8557-4D16-871D-075E7AA0F2D6}" dt="2021-11-09T11:52:42.220" v="339"/>
          <ac:graphicFrameMkLst>
            <pc:docMk/>
            <pc:sldMk cId="2048065890" sldId="278"/>
            <ac:graphicFrameMk id="5" creationId="{15A6E714-468F-45AD-940F-DA19F7D6B977}"/>
          </ac:graphicFrameMkLst>
        </pc:graphicFrameChg>
        <pc:graphicFrameChg chg="mod">
          <ac:chgData name="Javier Buezo" userId="2f4cc0ba-bf10-4d20-86cb-3d6156a79753" providerId="ADAL" clId="{BCEE8DB1-8557-4D16-871D-075E7AA0F2D6}" dt="2021-11-09T11:38:15.316" v="283" actId="1076"/>
          <ac:graphicFrameMkLst>
            <pc:docMk/>
            <pc:sldMk cId="2048065890" sldId="278"/>
            <ac:graphicFrameMk id="6" creationId="{3F5C3D8D-7E22-4958-8C65-150984264487}"/>
          </ac:graphicFrameMkLst>
        </pc:graphicFrameChg>
        <pc:graphicFrameChg chg="add mod">
          <ac:chgData name="Javier Buezo" userId="2f4cc0ba-bf10-4d20-86cb-3d6156a79753" providerId="ADAL" clId="{BCEE8DB1-8557-4D16-871D-075E7AA0F2D6}" dt="2021-11-09T11:38:30.848" v="286" actId="1076"/>
          <ac:graphicFrameMkLst>
            <pc:docMk/>
            <pc:sldMk cId="2048065890" sldId="278"/>
            <ac:graphicFrameMk id="7" creationId="{8417C359-9827-44F0-85B2-D54BBCA7BF99}"/>
          </ac:graphicFrameMkLst>
        </pc:graphicFrameChg>
        <pc:graphicFrameChg chg="add mod">
          <ac:chgData name="Javier Buezo" userId="2f4cc0ba-bf10-4d20-86cb-3d6156a79753" providerId="ADAL" clId="{BCEE8DB1-8557-4D16-871D-075E7AA0F2D6}" dt="2021-11-09T11:37:26" v="267" actId="1076"/>
          <ac:graphicFrameMkLst>
            <pc:docMk/>
            <pc:sldMk cId="2048065890" sldId="278"/>
            <ac:graphicFrameMk id="8" creationId="{E3A1211C-CB3C-46D6-BDE2-8523EC36A518}"/>
          </ac:graphicFrameMkLst>
        </pc:graphicFrameChg>
        <pc:graphicFrameChg chg="add mod">
          <ac:chgData name="Javier Buezo" userId="2f4cc0ba-bf10-4d20-86cb-3d6156a79753" providerId="ADAL" clId="{BCEE8DB1-8557-4D16-871D-075E7AA0F2D6}" dt="2021-11-09T11:37:22.355" v="264" actId="1076"/>
          <ac:graphicFrameMkLst>
            <pc:docMk/>
            <pc:sldMk cId="2048065890" sldId="278"/>
            <ac:graphicFrameMk id="10" creationId="{65E43207-7AB6-460E-8670-B8DD144B9293}"/>
          </ac:graphicFrameMkLst>
        </pc:graphicFrameChg>
        <pc:picChg chg="add mod">
          <ac:chgData name="Javier Buezo" userId="2f4cc0ba-bf10-4d20-86cb-3d6156a79753" providerId="ADAL" clId="{BCEE8DB1-8557-4D16-871D-075E7AA0F2D6}" dt="2021-11-09T11:37:31.220" v="269" actId="1076"/>
          <ac:picMkLst>
            <pc:docMk/>
            <pc:sldMk cId="2048065890" sldId="278"/>
            <ac:picMk id="11" creationId="{417916B6-5D13-43CE-ACA0-D92C402E33F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October%202021/Results%20csv/Means%20and%20SD%20October%20campaig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October%202021/Results%20csv/Means%20and%20SD%20October%20campaign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October%202021/Results%20csv/Means%20and%20SD%20October%20campaig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17057819145323075"/>
          <c:y val="0.2106494835310396"/>
          <c:w val="0.79334085600962223"/>
          <c:h val="0.53716573068127038"/>
        </c:manualLayout>
      </c:layout>
      <c:barChart>
        <c:barDir val="col"/>
        <c:grouping val="clustered"/>
        <c:varyColors val="0"/>
        <c:ser>
          <c:idx val="0"/>
          <c:order val="0"/>
          <c:tx>
            <c:v>Abies alba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Hoja3!$R$2:$R$4</c:f>
                <c:numCache>
                  <c:formatCode>General</c:formatCode>
                  <c:ptCount val="3"/>
                  <c:pt idx="0">
                    <c:v>7.4769751222083583E-3</c:v>
                  </c:pt>
                  <c:pt idx="1">
                    <c:v>1.0143917163911303E-2</c:v>
                  </c:pt>
                  <c:pt idx="2">
                    <c:v>9.6873861968366313E-3</c:v>
                  </c:pt>
                </c:numCache>
              </c:numRef>
            </c:plus>
            <c:minus>
              <c:numRef>
                <c:f>Hoja3!$R$2:$R$4</c:f>
                <c:numCache>
                  <c:formatCode>General</c:formatCode>
                  <c:ptCount val="3"/>
                  <c:pt idx="0">
                    <c:v>7.4769751222083583E-3</c:v>
                  </c:pt>
                  <c:pt idx="1">
                    <c:v>1.0143917163911303E-2</c:v>
                  </c:pt>
                  <c:pt idx="2">
                    <c:v>9.6873861968366313E-3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'[1]Abies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Hoja3!$G$2:$G$4</c:f>
              <c:numCache>
                <c:formatCode>General</c:formatCode>
                <c:ptCount val="3"/>
                <c:pt idx="0">
                  <c:v>5.5073568492277701E-2</c:v>
                </c:pt>
                <c:pt idx="1">
                  <c:v>6.2891017023816304E-2</c:v>
                </c:pt>
                <c:pt idx="2">
                  <c:v>7.37114682071041E-2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FE-4717-81A3-9EFA2D94AEC8}"/>
            </c:ext>
          </c:extLst>
        </c:ser>
        <c:ser>
          <c:idx val="1"/>
          <c:order val="1"/>
          <c:tx>
            <c:v>Fagus sylvatica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Hoja3!$R$13:$R$15</c:f>
                <c:numCache>
                  <c:formatCode>General</c:formatCode>
                  <c:ptCount val="3"/>
                  <c:pt idx="0">
                    <c:v>9.5951399385062145E-3</c:v>
                  </c:pt>
                  <c:pt idx="1">
                    <c:v>1.4322648346709453E-2</c:v>
                  </c:pt>
                  <c:pt idx="2">
                    <c:v>1.655585393965589E-2</c:v>
                  </c:pt>
                </c:numCache>
              </c:numRef>
            </c:plus>
            <c:minus>
              <c:numRef>
                <c:f>Hoja3!$R$13:$R$15</c:f>
                <c:numCache>
                  <c:formatCode>General</c:formatCode>
                  <c:ptCount val="3"/>
                  <c:pt idx="0">
                    <c:v>9.5951399385062145E-3</c:v>
                  </c:pt>
                  <c:pt idx="1">
                    <c:v>1.4322648346709453E-2</c:v>
                  </c:pt>
                  <c:pt idx="2">
                    <c:v>1.655585393965589E-2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'[1]Abies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Hoja3!$G$13:$G$15</c:f>
              <c:numCache>
                <c:formatCode>General</c:formatCode>
                <c:ptCount val="3"/>
                <c:pt idx="0">
                  <c:v>9.2598635741525506E-2</c:v>
                </c:pt>
                <c:pt idx="1">
                  <c:v>0.124308139110692</c:v>
                </c:pt>
                <c:pt idx="2">
                  <c:v>9.6914993296542795E-2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FE-4717-81A3-9EFA2D94AE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Respiration µM CO</a:t>
                </a:r>
                <a:r>
                  <a:rPr lang="es-ES" strike="noStrike" baseline="-25000"/>
                  <a:t>2</a:t>
                </a:r>
                <a:r>
                  <a:rPr lang="es-ES"/>
                  <a:t>/s * cm</a:t>
                </a:r>
                <a:r>
                  <a:rPr lang="es-ES" baseline="30000"/>
                  <a:t>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10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Hoja3!$R$5:$R$7</c:f>
                <c:numCache>
                  <c:formatCode>General</c:formatCode>
                  <c:ptCount val="3"/>
                  <c:pt idx="0">
                    <c:v>2.0445891015643827E-2</c:v>
                  </c:pt>
                  <c:pt idx="1">
                    <c:v>2.0960289160296134E-2</c:v>
                  </c:pt>
                  <c:pt idx="2">
                    <c:v>4.6283692801317618E-2</c:v>
                  </c:pt>
                </c:numCache>
              </c:numRef>
            </c:plus>
            <c:minus>
              <c:numRef>
                <c:f>Hoja3!$R$5:$R$7</c:f>
                <c:numCache>
                  <c:formatCode>General</c:formatCode>
                  <c:ptCount val="3"/>
                  <c:pt idx="0">
                    <c:v>2.0445891015643827E-2</c:v>
                  </c:pt>
                  <c:pt idx="1">
                    <c:v>2.0960289160296134E-2</c:v>
                  </c:pt>
                  <c:pt idx="2">
                    <c:v>4.6283692801317618E-2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'[1]Abies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Hoja3!$G$5:$G$7</c:f>
              <c:numCache>
                <c:formatCode>General</c:formatCode>
                <c:ptCount val="3"/>
                <c:pt idx="0">
                  <c:v>0.23898058991704299</c:v>
                </c:pt>
                <c:pt idx="1">
                  <c:v>0.17345166147020999</c:v>
                </c:pt>
                <c:pt idx="2">
                  <c:v>0.32374261275472299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00-4C79-884E-467A2B5AEEB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Hoja3!$R$16:$R$18</c:f>
                <c:numCache>
                  <c:formatCode>General</c:formatCode>
                  <c:ptCount val="3"/>
                  <c:pt idx="0">
                    <c:v>4.5983644530426096E-2</c:v>
                  </c:pt>
                  <c:pt idx="1">
                    <c:v>7.2359356473367359E-2</c:v>
                  </c:pt>
                  <c:pt idx="2">
                    <c:v>6.9074982564551968E-2</c:v>
                  </c:pt>
                </c:numCache>
              </c:numRef>
            </c:plus>
            <c:minus>
              <c:numRef>
                <c:f>Hoja3!$R$16:$R$18</c:f>
                <c:numCache>
                  <c:formatCode>General</c:formatCode>
                  <c:ptCount val="3"/>
                  <c:pt idx="0">
                    <c:v>4.5983644530426096E-2</c:v>
                  </c:pt>
                  <c:pt idx="1">
                    <c:v>7.2359356473367359E-2</c:v>
                  </c:pt>
                  <c:pt idx="2">
                    <c:v>6.9074982564551968E-2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'[1]Abies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Hoja3!$G$16:$G$18</c:f>
              <c:numCache>
                <c:formatCode>General</c:formatCode>
                <c:ptCount val="3"/>
                <c:pt idx="0">
                  <c:v>0.57080052845170604</c:v>
                </c:pt>
                <c:pt idx="1">
                  <c:v>0.67457815661341003</c:v>
                </c:pt>
                <c:pt idx="2">
                  <c:v>0.40218538156330802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00-4C79-884E-467A2B5AE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Respiration µM CO</a:t>
                </a:r>
                <a:r>
                  <a:rPr lang="es-ES" strike="noStrike" baseline="-25000"/>
                  <a:t>2</a:t>
                </a:r>
                <a:r>
                  <a:rPr lang="es-ES"/>
                  <a:t>/s * cm</a:t>
                </a:r>
                <a:r>
                  <a:rPr lang="es-ES" baseline="30000"/>
                  <a:t>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25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Hoja3!$R$8:$R$10</c:f>
                <c:numCache>
                  <c:formatCode>General</c:formatCode>
                  <c:ptCount val="3"/>
                  <c:pt idx="0">
                    <c:v>56.356139092246892</c:v>
                  </c:pt>
                  <c:pt idx="1">
                    <c:v>24.115210986401806</c:v>
                  </c:pt>
                  <c:pt idx="2">
                    <c:v>19.435534263220472</c:v>
                  </c:pt>
                </c:numCache>
              </c:numRef>
            </c:plus>
            <c:minus>
              <c:numRef>
                <c:f>Hoja3!$R$8:$R$10</c:f>
                <c:numCache>
                  <c:formatCode>General</c:formatCode>
                  <c:ptCount val="3"/>
                  <c:pt idx="0">
                    <c:v>56.356139092246892</c:v>
                  </c:pt>
                  <c:pt idx="1">
                    <c:v>24.115210986401806</c:v>
                  </c:pt>
                  <c:pt idx="2">
                    <c:v>19.435534263220472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'[1]Abies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Hoja3!$G$8:$G$10</c:f>
              <c:numCache>
                <c:formatCode>General</c:formatCode>
                <c:ptCount val="3"/>
                <c:pt idx="0">
                  <c:v>184.13923972155999</c:v>
                </c:pt>
                <c:pt idx="1">
                  <c:v>82.518428285605495</c:v>
                </c:pt>
                <c:pt idx="2">
                  <c:v>87.802103384050099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61-40AE-817E-508B648F17A8}"/>
            </c:ext>
          </c:extLst>
        </c:ser>
        <c:ser>
          <c:idx val="1"/>
          <c:order val="1"/>
          <c:tx>
            <c:v>Fagus sylvatica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Hoja3!$R$19:$R$21</c:f>
                <c:numCache>
                  <c:formatCode>General</c:formatCode>
                  <c:ptCount val="3"/>
                  <c:pt idx="0">
                    <c:v>15.447040301909764</c:v>
                  </c:pt>
                  <c:pt idx="1">
                    <c:v>11.595581046882112</c:v>
                  </c:pt>
                  <c:pt idx="2">
                    <c:v>15.121902358101918</c:v>
                  </c:pt>
                </c:numCache>
              </c:numRef>
            </c:plus>
            <c:minus>
              <c:numRef>
                <c:f>Hoja3!$R$19:$R$21</c:f>
                <c:numCache>
                  <c:formatCode>General</c:formatCode>
                  <c:ptCount val="3"/>
                  <c:pt idx="0">
                    <c:v>15.447040301909764</c:v>
                  </c:pt>
                  <c:pt idx="1">
                    <c:v>11.595581046882112</c:v>
                  </c:pt>
                  <c:pt idx="2">
                    <c:v>15.121902358101918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'[1]Abies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Hoja3!$G$19:$G$21</c:f>
              <c:numCache>
                <c:formatCode>General</c:formatCode>
                <c:ptCount val="3"/>
                <c:pt idx="0">
                  <c:v>72.976137123130499</c:v>
                </c:pt>
                <c:pt idx="1">
                  <c:v>73.109661444551506</c:v>
                </c:pt>
                <c:pt idx="2">
                  <c:v>71.351895247567001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61-40AE-817E-508B648F1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Respiration µM CO</a:t>
                </a:r>
                <a:r>
                  <a:rPr lang="es-ES" strike="noStrike" baseline="-25000"/>
                  <a:t>2</a:t>
                </a:r>
                <a:r>
                  <a:rPr lang="es-ES"/>
                  <a:t>/s * cm</a:t>
                </a:r>
                <a:r>
                  <a:rPr lang="es-ES" baseline="30000"/>
                  <a:t>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 cm</a:t>
            </a:r>
          </a:p>
        </c:rich>
      </c:tx>
      <c:layout>
        <c:manualLayout>
          <c:xMode val="edge"/>
          <c:yMode val="edge"/>
          <c:x val="0.44509215675750746"/>
          <c:y val="6.51231753157734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13435421105836823"/>
          <c:y val="0.20374950671049039"/>
          <c:w val="0.80702937695491783"/>
          <c:h val="0.65303817642019657"/>
        </c:manualLayout>
      </c:layout>
      <c:barChart>
        <c:barDir val="col"/>
        <c:grouping val="clustered"/>
        <c:varyColors val="0"/>
        <c:ser>
          <c:idx val="0"/>
          <c:order val="0"/>
          <c:tx>
            <c:v>Abies alba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alba'!$R$2:$R$4</c:f>
                <c:numCache>
                  <c:formatCode>General</c:formatCode>
                  <c:ptCount val="3"/>
                  <c:pt idx="0">
                    <c:v>4.9878686191606493E-2</c:v>
                  </c:pt>
                  <c:pt idx="1">
                    <c:v>3.7406343274507939E-2</c:v>
                  </c:pt>
                  <c:pt idx="2">
                    <c:v>3.5826606594949705E-2</c:v>
                  </c:pt>
                </c:numCache>
              </c:numRef>
            </c:plus>
            <c:minus>
              <c:numRef>
                <c:f>'Abies alba'!$R$2:$R$4</c:f>
                <c:numCache>
                  <c:formatCode>General</c:formatCode>
                  <c:ptCount val="3"/>
                  <c:pt idx="0">
                    <c:v>4.9878686191606493E-2</c:v>
                  </c:pt>
                  <c:pt idx="1">
                    <c:v>3.7406343274507939E-2</c:v>
                  </c:pt>
                  <c:pt idx="2">
                    <c:v>3.5826606594949705E-2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alba'!$G$2:$G$4</c:f>
              <c:numCache>
                <c:formatCode>General</c:formatCode>
                <c:ptCount val="3"/>
                <c:pt idx="0">
                  <c:v>0.61022252565162005</c:v>
                </c:pt>
                <c:pt idx="1">
                  <c:v>0.27424808741363099</c:v>
                </c:pt>
                <c:pt idx="2">
                  <c:v>0.18537639234516801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D6-4D33-9B9F-9D370020EE1A}"/>
            </c:ext>
          </c:extLst>
        </c:ser>
        <c:ser>
          <c:idx val="1"/>
          <c:order val="1"/>
          <c:tx>
            <c:v>Fagus sylvatica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alba'!$R$13:$R$15</c:f>
                <c:numCache>
                  <c:formatCode>General</c:formatCode>
                  <c:ptCount val="3"/>
                  <c:pt idx="0">
                    <c:v>9.0679749883059949E-2</c:v>
                  </c:pt>
                  <c:pt idx="1">
                    <c:v>0.21951912487465036</c:v>
                  </c:pt>
                  <c:pt idx="2">
                    <c:v>4.5636010457916064E-2</c:v>
                  </c:pt>
                </c:numCache>
              </c:numRef>
            </c:plus>
            <c:minus>
              <c:numRef>
                <c:f>'Abies alba'!$R$13:$R$15</c:f>
                <c:numCache>
                  <c:formatCode>General</c:formatCode>
                  <c:ptCount val="3"/>
                  <c:pt idx="0">
                    <c:v>9.0679749883059949E-2</c:v>
                  </c:pt>
                  <c:pt idx="1">
                    <c:v>0.21951912487465036</c:v>
                  </c:pt>
                  <c:pt idx="2">
                    <c:v>4.5636010457916064E-2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alba'!$G$13:$G$15</c:f>
              <c:numCache>
                <c:formatCode>General</c:formatCode>
                <c:ptCount val="3"/>
                <c:pt idx="0">
                  <c:v>0.71650831672086102</c:v>
                </c:pt>
                <c:pt idx="1">
                  <c:v>1.95589565836888</c:v>
                </c:pt>
                <c:pt idx="2">
                  <c:v>0.18598646169831501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D6-4D33-9B9F-9D370020EE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Respiration</a:t>
                </a:r>
                <a:r>
                  <a:rPr lang="es-ES" dirty="0"/>
                  <a:t> µM CO</a:t>
                </a:r>
                <a:r>
                  <a:rPr lang="es-ES" strike="noStrike" baseline="-25000" dirty="0"/>
                  <a:t>2</a:t>
                </a:r>
                <a:r>
                  <a:rPr lang="es-ES" dirty="0"/>
                  <a:t>/s * cm</a:t>
                </a:r>
                <a:r>
                  <a:rPr lang="es-ES" baseline="30000" dirty="0"/>
                  <a:t>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10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alba'!$R$5:$R$7</c:f>
                <c:numCache>
                  <c:formatCode>General</c:formatCode>
                  <c:ptCount val="3"/>
                  <c:pt idx="0">
                    <c:v>0.1066888246050457</c:v>
                  </c:pt>
                  <c:pt idx="1">
                    <c:v>0.1481196080905412</c:v>
                  </c:pt>
                  <c:pt idx="2">
                    <c:v>0.20313633262398517</c:v>
                  </c:pt>
                </c:numCache>
              </c:numRef>
            </c:plus>
            <c:minus>
              <c:numRef>
                <c:f>'Abies alba'!$R$5:$R$7</c:f>
                <c:numCache>
                  <c:formatCode>General</c:formatCode>
                  <c:ptCount val="3"/>
                  <c:pt idx="0">
                    <c:v>0.1066888246050457</c:v>
                  </c:pt>
                  <c:pt idx="1">
                    <c:v>0.1481196080905412</c:v>
                  </c:pt>
                  <c:pt idx="2">
                    <c:v>0.20313633262398517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alba'!$G$5:$G$7</c:f>
              <c:numCache>
                <c:formatCode>General</c:formatCode>
                <c:ptCount val="3"/>
                <c:pt idx="0">
                  <c:v>1.4838326804317501</c:v>
                </c:pt>
                <c:pt idx="1">
                  <c:v>1.4213115020763201</c:v>
                </c:pt>
                <c:pt idx="2">
                  <c:v>2.8009124601355402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32-4A98-9DEB-1884E5B71B47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alba'!$R$16:$R$18</c:f>
                <c:numCache>
                  <c:formatCode>General</c:formatCode>
                  <c:ptCount val="3"/>
                  <c:pt idx="0">
                    <c:v>0.32230233297667921</c:v>
                  </c:pt>
                  <c:pt idx="1">
                    <c:v>0.61909059994295013</c:v>
                  </c:pt>
                  <c:pt idx="2">
                    <c:v>0.47817310989387801</c:v>
                  </c:pt>
                </c:numCache>
              </c:numRef>
            </c:plus>
            <c:minus>
              <c:numRef>
                <c:f>'Abies alba'!$R$16:$R$18</c:f>
                <c:numCache>
                  <c:formatCode>General</c:formatCode>
                  <c:ptCount val="3"/>
                  <c:pt idx="0">
                    <c:v>0.32230233297667921</c:v>
                  </c:pt>
                  <c:pt idx="1">
                    <c:v>0.61909059994295013</c:v>
                  </c:pt>
                  <c:pt idx="2">
                    <c:v>0.47817310989387801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alba'!$G$16:$G$18</c:f>
              <c:numCache>
                <c:formatCode>General</c:formatCode>
                <c:ptCount val="3"/>
                <c:pt idx="0">
                  <c:v>5.3136247274904598</c:v>
                </c:pt>
                <c:pt idx="1">
                  <c:v>8.5548395718233508</c:v>
                </c:pt>
                <c:pt idx="2">
                  <c:v>5.6478767460930497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32-4A98-9DEB-1884E5B71B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Respiration µM CO</a:t>
                </a:r>
                <a:r>
                  <a:rPr lang="es-ES" strike="noStrike" baseline="-25000"/>
                  <a:t>2</a:t>
                </a:r>
                <a:r>
                  <a:rPr lang="es-ES"/>
                  <a:t>/s * cm</a:t>
                </a:r>
                <a:r>
                  <a:rPr lang="es-ES" baseline="30000"/>
                  <a:t>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25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alba'!$R$8:$R$10</c:f>
                <c:numCache>
                  <c:formatCode>General</c:formatCode>
                  <c:ptCount val="3"/>
                  <c:pt idx="0">
                    <c:v>10.628231941213206</c:v>
                  </c:pt>
                  <c:pt idx="1">
                    <c:v>7.5628705985216849</c:v>
                  </c:pt>
                  <c:pt idx="2">
                    <c:v>5.9938865531687666</c:v>
                  </c:pt>
                </c:numCache>
              </c:numRef>
            </c:plus>
            <c:minus>
              <c:numRef>
                <c:f>'Abies alba'!$R$8:$R$10</c:f>
                <c:numCache>
                  <c:formatCode>General</c:formatCode>
                  <c:ptCount val="3"/>
                  <c:pt idx="0">
                    <c:v>10.628231941213206</c:v>
                  </c:pt>
                  <c:pt idx="1">
                    <c:v>7.5628705985216849</c:v>
                  </c:pt>
                  <c:pt idx="2">
                    <c:v>5.9938865531687666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alba'!$G$8:$G$10</c:f>
              <c:numCache>
                <c:formatCode>General</c:formatCode>
                <c:ptCount val="3"/>
                <c:pt idx="0">
                  <c:v>55.4899262530461</c:v>
                </c:pt>
                <c:pt idx="1">
                  <c:v>45.6559948848668</c:v>
                </c:pt>
                <c:pt idx="2">
                  <c:v>45.327019695752703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6D-44B8-ABD4-70D6C219288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alba'!$R$19:$R$21</c:f>
                <c:numCache>
                  <c:formatCode>General</c:formatCode>
                  <c:ptCount val="3"/>
                  <c:pt idx="0">
                    <c:v>4.3424672889799627</c:v>
                  </c:pt>
                  <c:pt idx="1">
                    <c:v>5.6238561573793717</c:v>
                  </c:pt>
                  <c:pt idx="2">
                    <c:v>6.6265448413209507</c:v>
                  </c:pt>
                </c:numCache>
              </c:numRef>
            </c:plus>
            <c:minus>
              <c:numRef>
                <c:f>'Abies alba'!$R$19:$R$21</c:f>
                <c:numCache>
                  <c:formatCode>General</c:formatCode>
                  <c:ptCount val="3"/>
                  <c:pt idx="0">
                    <c:v>4.3424672889799627</c:v>
                  </c:pt>
                  <c:pt idx="1">
                    <c:v>5.6238561573793717</c:v>
                  </c:pt>
                  <c:pt idx="2">
                    <c:v>6.6265448413209507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alba'!$G$19:$G$21</c:f>
              <c:numCache>
                <c:formatCode>General</c:formatCode>
                <c:ptCount val="3"/>
                <c:pt idx="0">
                  <c:v>25.052847298932701</c:v>
                </c:pt>
                <c:pt idx="1">
                  <c:v>75.628443600718001</c:v>
                </c:pt>
                <c:pt idx="2">
                  <c:v>57.978504870044297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6D-44B8-ABD4-70D6C21928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Respiration µM CO</a:t>
                </a:r>
                <a:r>
                  <a:rPr lang="es-ES" strike="noStrike" baseline="-25000"/>
                  <a:t>2</a:t>
                </a:r>
                <a:r>
                  <a:rPr lang="es-ES"/>
                  <a:t>/s * cm</a:t>
                </a:r>
                <a:r>
                  <a:rPr lang="es-ES" baseline="30000"/>
                  <a:t>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0.21074</cdr:x>
      <cdr:y>0.41055</cdr:y>
    </cdr:from>
    <cdr:to>
      <cdr:x>0.28851</cdr:x>
      <cdr:y>0.5857</cdr:y>
    </cdr:to>
    <cdr:sp macro="" textlink="">
      <cdr:nvSpPr>
        <cdr:cNvPr id="2" name="CuadroTexto 32">
          <a:extLst xmlns:a="http://schemas.openxmlformats.org/drawingml/2006/main">
            <a:ext uri="{FF2B5EF4-FFF2-40B4-BE49-F238E27FC236}">
              <a16:creationId xmlns:a16="http://schemas.microsoft.com/office/drawing/2014/main" id="{D961BB14-ECB2-482A-B0A1-905AFFE55305}"/>
            </a:ext>
          </a:extLst>
        </cdr:cNvPr>
        <cdr:cNvSpPr txBox="1"/>
      </cdr:nvSpPr>
      <cdr:spPr>
        <a:xfrm xmlns:a="http://schemas.openxmlformats.org/drawingml/2006/main">
          <a:off x="800134" y="865704"/>
          <a:ext cx="29527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ES" dirty="0"/>
            <a:t>a</a:t>
          </a:r>
        </a:p>
      </cdr:txBody>
    </cdr:sp>
  </cdr:relSizeAnchor>
  <cdr:relSizeAnchor xmlns:cdr="http://schemas.openxmlformats.org/drawingml/2006/chartDrawing">
    <cdr:from>
      <cdr:x>0.48581</cdr:x>
      <cdr:y>0.4677</cdr:y>
    </cdr:from>
    <cdr:to>
      <cdr:x>0.56359</cdr:x>
      <cdr:y>0.64285</cdr:y>
    </cdr:to>
    <cdr:sp macro="" textlink="">
      <cdr:nvSpPr>
        <cdr:cNvPr id="3" name="CuadroTexto 32">
          <a:extLst xmlns:a="http://schemas.openxmlformats.org/drawingml/2006/main">
            <a:ext uri="{FF2B5EF4-FFF2-40B4-BE49-F238E27FC236}">
              <a16:creationId xmlns:a16="http://schemas.microsoft.com/office/drawing/2014/main" id="{D961BB14-ECB2-482A-B0A1-905AFFE55305}"/>
            </a:ext>
          </a:extLst>
        </cdr:cNvPr>
        <cdr:cNvSpPr txBox="1"/>
      </cdr:nvSpPr>
      <cdr:spPr>
        <a:xfrm xmlns:a="http://schemas.openxmlformats.org/drawingml/2006/main">
          <a:off x="1844512" y="986225"/>
          <a:ext cx="29527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ES" dirty="0"/>
            <a:t>b</a:t>
          </a:r>
        </a:p>
      </cdr:txBody>
    </cdr:sp>
  </cdr:relSizeAnchor>
  <cdr:relSizeAnchor xmlns:cdr="http://schemas.openxmlformats.org/drawingml/2006/chartDrawing">
    <cdr:from>
      <cdr:x>0.73751</cdr:x>
      <cdr:y>0.34135</cdr:y>
    </cdr:from>
    <cdr:to>
      <cdr:x>0.84698</cdr:x>
      <cdr:y>0.5165</cdr:y>
    </cdr:to>
    <cdr:sp macro="" textlink="">
      <cdr:nvSpPr>
        <cdr:cNvPr id="4" name="CuadroTexto 32">
          <a:extLst xmlns:a="http://schemas.openxmlformats.org/drawingml/2006/main">
            <a:ext uri="{FF2B5EF4-FFF2-40B4-BE49-F238E27FC236}">
              <a16:creationId xmlns:a16="http://schemas.microsoft.com/office/drawing/2014/main" id="{D961BB14-ECB2-482A-B0A1-905AFFE55305}"/>
            </a:ext>
          </a:extLst>
        </cdr:cNvPr>
        <cdr:cNvSpPr txBox="1"/>
      </cdr:nvSpPr>
      <cdr:spPr>
        <a:xfrm xmlns:a="http://schemas.openxmlformats.org/drawingml/2006/main">
          <a:off x="2800115" y="719779"/>
          <a:ext cx="41564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ES" dirty="0"/>
            <a:t>ac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54B74-7D9B-4CB0-A231-5BD094583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B25B9B-6BD6-4EAF-89F8-AAFC5DA1B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7EE652-E092-4D33-B662-7862C02E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A4695B-CDC6-4A71-8346-E5B40828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BD0413-FA31-49F1-AF81-EF904AA9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231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9EFC2-D59A-4836-A684-1A4405D9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4B8C8B-458B-426C-BCC9-D42B2AF29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FDC038-CBB6-48C9-BAD2-1C46D1064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3C7AF-9490-4B09-ABFA-9FAF5C94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97FD54-17AE-4DB3-ABCA-6A16E7A8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366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6D200-7F53-45A1-BD5F-98FC2CF6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1B90AB-C4C9-4BEA-86AE-0535DB299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5FB4EE-87B8-4922-94A4-F6145C6EE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C5A2FD-0299-4B64-98BE-24331D69A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980F47-D107-4808-8263-127657F8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835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59CED-4712-4FD4-8128-297931F7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B56B08-0FF4-4809-93D7-E0BFA9800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5F0630-1C68-466E-8D30-CB975A5A9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BB1E08-26FA-413E-BFFA-08652B05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CC087D-574C-44BA-8CFE-E356AC4B9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565825-1458-4324-B09B-B4E5EB08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24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7F50B-4975-471F-A1CB-19F60AFB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F52FB9-7F8A-44A4-9AD7-67C15198C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D772FC-288E-4AF4-B6F0-A616E6215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CCF529-9F2B-4433-8BAF-6DE0A1A02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547AC1-E0F6-40DD-863F-A5DFBA9037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BA980D-7F47-4123-98AB-1F8AF849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C7F3AB-DE90-4C9B-A91E-F315E0C5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31FC66-6492-4692-B476-42EFCB768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589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404C-E469-4098-BEE5-78F65964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EBDE18-532A-430E-BE6B-F54192172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474528-2EA7-4DE5-9C73-A51EA1A3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C0BC0C-F791-4C09-9870-62BD8D6F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529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8900725-DABE-41FD-95C2-23F450B1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28044A-A2AC-41C6-A3D4-F49223DA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FF09ED-283F-4EAC-A67E-CE435FF6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974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0C484-4BCE-4F23-BAEB-26BBBE55A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19D9D0-3FF7-47E9-B65C-78B6055B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B00F46-7320-448B-B60F-39DD84DD9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1D4D53-7C86-4F5D-B45B-6690BFB3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3ACC05-DEC9-485B-B7CF-27623AB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8E096C-3830-4F5C-945C-41D5B8D9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8859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C6110-F5C9-40C2-9EA6-D9FD2C3F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119632D-4252-4B44-84EA-745F0BB9F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719780-0F66-427D-AA34-A9137166E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92ED6D-C647-4AA5-BA9C-169B8000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208E4D-A0A0-443D-ACBF-B92741AFC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32CC23-60CD-44CD-9DAF-C34E28BE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440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5A6CB-247D-48C6-A8A0-9A2D02ED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45DDDC-6EFE-467F-AE85-673A720E8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56C0A0-7752-41DF-B59E-9BE1F50A9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042CAB-4C9A-4D26-A451-21FA595C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7CD8DA-30A7-41E9-A94F-50497F11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65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855103-87F6-43FE-A022-B0B14FA85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26748A-495E-44CC-A26E-EEA24044C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FD7301-0A84-4481-B9B0-D85B10F1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8697B1-E998-41C5-8175-A20B8AD5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B50CCE-0F05-46F6-AD79-AFB5FD6A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124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667F59-D430-45E4-A1AC-17FE5A121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926466-ECBF-47F9-8C4C-686F52496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0C7DB-5E8A-43B1-B763-F2B0A416A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F1A9C-220A-4C38-B32F-F9A89EB207D7}" type="datetimeFigureOut">
              <a:rPr lang="es-ES" smtClean="0"/>
              <a:t>19/11/2021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62E1B-A52D-473F-970B-391EE72FE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7AE85D-AE8E-4EEF-AB98-841680C47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E4136-BDA0-4683-94A5-EAA59AAB1E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030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25FA7749-8C90-499F-AD64-B890FEAE0B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1440416"/>
              </p:ext>
            </p:extLst>
          </p:nvPr>
        </p:nvGraphicFramePr>
        <p:xfrm>
          <a:off x="279599" y="3429000"/>
          <a:ext cx="3871849" cy="2236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15A6E714-468F-45AD-940F-DA19F7D6B9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2440085"/>
              </p:ext>
            </p:extLst>
          </p:nvPr>
        </p:nvGraphicFramePr>
        <p:xfrm>
          <a:off x="4472600" y="3534633"/>
          <a:ext cx="3796739" cy="2108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3F5C3D8D-7E22-4958-8C65-150984264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0420313"/>
              </p:ext>
            </p:extLst>
          </p:nvPr>
        </p:nvGraphicFramePr>
        <p:xfrm>
          <a:off x="8185158" y="3534633"/>
          <a:ext cx="3730133" cy="2108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8417C359-9827-44F0-85B2-D54BBCA7BF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460762"/>
              </p:ext>
            </p:extLst>
          </p:nvPr>
        </p:nvGraphicFramePr>
        <p:xfrm>
          <a:off x="536846" y="365728"/>
          <a:ext cx="3614602" cy="2566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E3A1211C-CB3C-46D6-BDE2-8523EC36A5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3885509"/>
              </p:ext>
            </p:extLst>
          </p:nvPr>
        </p:nvGraphicFramePr>
        <p:xfrm>
          <a:off x="4440908" y="585334"/>
          <a:ext cx="3302283" cy="2351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CuadroTexto 1">
            <a:extLst>
              <a:ext uri="{FF2B5EF4-FFF2-40B4-BE49-F238E27FC236}">
                <a16:creationId xmlns:a16="http://schemas.microsoft.com/office/drawing/2014/main" id="{4EA9D441-598E-420D-84F1-69792246DE67}"/>
              </a:ext>
            </a:extLst>
          </p:cNvPr>
          <p:cNvSpPr txBox="1"/>
          <p:nvPr/>
        </p:nvSpPr>
        <p:spPr>
          <a:xfrm>
            <a:off x="2570304" y="5941379"/>
            <a:ext cx="2814438" cy="49277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s-ES" sz="1100" b="1" i="1" dirty="0" err="1"/>
              <a:t>Respiration</a:t>
            </a:r>
            <a:r>
              <a:rPr lang="es-ES" sz="1100" b="1" i="1" dirty="0"/>
              <a:t> in </a:t>
            </a:r>
            <a:r>
              <a:rPr lang="es-ES" b="1" i="1" dirty="0"/>
              <a:t>µM CO</a:t>
            </a:r>
            <a:r>
              <a:rPr lang="es-ES" b="1" i="1" baseline="-25000" dirty="0"/>
              <a:t>2</a:t>
            </a:r>
            <a:r>
              <a:rPr lang="es-ES" b="1" i="1" dirty="0"/>
              <a:t>/s * cm</a:t>
            </a:r>
            <a:r>
              <a:rPr lang="es-ES" b="1" i="1" baseline="30000" dirty="0"/>
              <a:t>2</a:t>
            </a:r>
            <a:r>
              <a:rPr lang="es-ES" b="1" i="1" dirty="0"/>
              <a:t>  </a:t>
            </a:r>
            <a:r>
              <a:rPr lang="es-ES" b="1" i="1" dirty="0" err="1"/>
              <a:t>of</a:t>
            </a:r>
            <a:r>
              <a:rPr lang="es-ES" b="1" i="1" dirty="0"/>
              <a:t> </a:t>
            </a:r>
            <a:r>
              <a:rPr lang="es-ES" b="1" i="1" u="sng" dirty="0" err="1"/>
              <a:t>Abies</a:t>
            </a:r>
            <a:r>
              <a:rPr lang="es-ES" b="1" i="1" u="sng" dirty="0"/>
              <a:t> alba </a:t>
            </a:r>
            <a:r>
              <a:rPr lang="es-ES" b="1" i="1" dirty="0"/>
              <a:t>(Blue) and </a:t>
            </a:r>
            <a:r>
              <a:rPr lang="es-ES" b="1" i="1" u="sng" dirty="0" err="1"/>
              <a:t>Fagus</a:t>
            </a:r>
            <a:r>
              <a:rPr lang="es-ES" b="1" i="1" u="sng" dirty="0"/>
              <a:t> </a:t>
            </a:r>
            <a:r>
              <a:rPr lang="es-ES" b="1" i="1" u="sng" dirty="0" err="1"/>
              <a:t>sylvatica</a:t>
            </a:r>
            <a:r>
              <a:rPr lang="es-ES" b="1" i="1" u="sng" dirty="0"/>
              <a:t> </a:t>
            </a:r>
            <a:r>
              <a:rPr lang="es-ES" b="1" i="1" dirty="0"/>
              <a:t>(Orange) in</a:t>
            </a:r>
          </a:p>
          <a:p>
            <a:r>
              <a:rPr lang="es-ES" b="1" i="1" dirty="0" err="1"/>
              <a:t>three</a:t>
            </a:r>
            <a:r>
              <a:rPr lang="es-ES" b="1" i="1" dirty="0"/>
              <a:t> </a:t>
            </a:r>
            <a:r>
              <a:rPr lang="es-ES" b="1" i="1" dirty="0" err="1"/>
              <a:t>degradation</a:t>
            </a:r>
            <a:r>
              <a:rPr lang="es-ES" b="1" i="1" dirty="0"/>
              <a:t> </a:t>
            </a:r>
            <a:r>
              <a:rPr lang="es-ES" b="1" i="1" dirty="0" err="1"/>
              <a:t>classes</a:t>
            </a:r>
            <a:r>
              <a:rPr lang="es-ES" b="1" i="1" dirty="0"/>
              <a:t> (1, 2  and 4). </a:t>
            </a:r>
            <a:r>
              <a:rPr lang="es-ES" b="1" i="1" dirty="0" err="1"/>
              <a:t>On</a:t>
            </a:r>
            <a:r>
              <a:rPr lang="es-ES" b="1" i="1" dirty="0"/>
              <a:t> </a:t>
            </a:r>
            <a:r>
              <a:rPr lang="es-ES" b="1" i="1" dirty="0" err="1"/>
              <a:t>july</a:t>
            </a:r>
            <a:r>
              <a:rPr lang="es-ES" b="1" i="1" dirty="0"/>
              <a:t> (up) and </a:t>
            </a:r>
            <a:r>
              <a:rPr lang="es-ES" b="1" i="1" dirty="0" err="1"/>
              <a:t>October</a:t>
            </a:r>
            <a:r>
              <a:rPr lang="es-ES" b="1" i="1" dirty="0"/>
              <a:t> (</a:t>
            </a:r>
            <a:r>
              <a:rPr lang="es-ES" b="1" i="1" dirty="0" err="1"/>
              <a:t>down</a:t>
            </a:r>
            <a:r>
              <a:rPr lang="es-ES" b="1" i="1" dirty="0"/>
              <a:t>) </a:t>
            </a:r>
            <a:r>
              <a:rPr lang="es-ES" b="1" i="1" dirty="0" err="1"/>
              <a:t>Supperscripted</a:t>
            </a:r>
            <a:r>
              <a:rPr lang="es-ES" b="1" i="1" dirty="0"/>
              <a:t> </a:t>
            </a:r>
            <a:r>
              <a:rPr lang="es-ES" b="1" i="1" dirty="0" err="1"/>
              <a:t>letters</a:t>
            </a:r>
            <a:r>
              <a:rPr lang="es-ES" b="1" i="1" dirty="0"/>
              <a:t> denote </a:t>
            </a:r>
            <a:r>
              <a:rPr lang="es-ES" b="1" i="1" dirty="0" err="1"/>
              <a:t>statistically</a:t>
            </a:r>
            <a:r>
              <a:rPr lang="es-ES" b="1" i="1" dirty="0"/>
              <a:t> </a:t>
            </a:r>
          </a:p>
          <a:p>
            <a:r>
              <a:rPr lang="es-ES" b="1" i="1" dirty="0" err="1"/>
              <a:t>significant</a:t>
            </a:r>
            <a:r>
              <a:rPr lang="es-ES" b="1" i="1" dirty="0"/>
              <a:t> </a:t>
            </a:r>
            <a:r>
              <a:rPr lang="es-ES" b="1" i="1" dirty="0" err="1"/>
              <a:t>differences</a:t>
            </a:r>
            <a:r>
              <a:rPr lang="es-ES" b="1" i="1" dirty="0"/>
              <a:t> at p &lt; 0.05 after Wilcoxon </a:t>
            </a:r>
            <a:r>
              <a:rPr lang="es-ES" b="1" i="1" dirty="0" err="1"/>
              <a:t>signed-rank</a:t>
            </a:r>
            <a:r>
              <a:rPr lang="es-ES" b="1" i="1" dirty="0"/>
              <a:t> test. </a:t>
            </a:r>
            <a:endParaRPr lang="es-ES" sz="1100" b="1" i="1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65E43207-7AB6-460E-8670-B8DD144B92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199428"/>
              </p:ext>
            </p:extLst>
          </p:nvPr>
        </p:nvGraphicFramePr>
        <p:xfrm>
          <a:off x="8185158" y="591619"/>
          <a:ext cx="3614602" cy="2566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417916B6-5D13-43CE-ACA0-D92C402E33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7573" y="3001106"/>
            <a:ext cx="2392779" cy="41220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8F07B03-46E6-43E4-8DA2-C80B533DEA18}"/>
              </a:ext>
            </a:extLst>
          </p:cNvPr>
          <p:cNvSpPr txBox="1"/>
          <p:nvPr/>
        </p:nvSpPr>
        <p:spPr>
          <a:xfrm>
            <a:off x="1190547" y="183102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C0D9F10-27EC-402E-A8A6-D7ABA0D7EEA9}"/>
              </a:ext>
            </a:extLst>
          </p:cNvPr>
          <p:cNvSpPr txBox="1"/>
          <p:nvPr/>
        </p:nvSpPr>
        <p:spPr>
          <a:xfrm>
            <a:off x="2190475" y="201569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6000537-C20C-4ED5-883F-63AF3F1FE661}"/>
              </a:ext>
            </a:extLst>
          </p:cNvPr>
          <p:cNvSpPr txBox="1"/>
          <p:nvPr/>
        </p:nvSpPr>
        <p:spPr>
          <a:xfrm>
            <a:off x="3104757" y="2059760"/>
            <a:ext cx="43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bc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4431C5F-FA1E-4A95-AF7A-29F542724663}"/>
              </a:ext>
            </a:extLst>
          </p:cNvPr>
          <p:cNvSpPr txBox="1"/>
          <p:nvPr/>
        </p:nvSpPr>
        <p:spPr>
          <a:xfrm>
            <a:off x="3515615" y="393845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24907C8-EA8B-41A9-83E9-E0E55F590528}"/>
              </a:ext>
            </a:extLst>
          </p:cNvPr>
          <p:cNvSpPr txBox="1"/>
          <p:nvPr/>
        </p:nvSpPr>
        <p:spPr>
          <a:xfrm>
            <a:off x="2485749" y="76814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44D24E3-B8D6-42BD-8FEC-AFC13399FABA}"/>
              </a:ext>
            </a:extLst>
          </p:cNvPr>
          <p:cNvSpPr txBox="1"/>
          <p:nvPr/>
        </p:nvSpPr>
        <p:spPr>
          <a:xfrm>
            <a:off x="3467160" y="2059760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13E2C58-BA6D-42CF-9FAC-D66368F9D873}"/>
              </a:ext>
            </a:extLst>
          </p:cNvPr>
          <p:cNvSpPr txBox="1"/>
          <p:nvPr/>
        </p:nvSpPr>
        <p:spPr>
          <a:xfrm>
            <a:off x="5134244" y="1831387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A44B074-24CD-42B0-B1F3-1AD3D6CA1A89}"/>
              </a:ext>
            </a:extLst>
          </p:cNvPr>
          <p:cNvSpPr txBox="1"/>
          <p:nvPr/>
        </p:nvSpPr>
        <p:spPr>
          <a:xfrm>
            <a:off x="6074960" y="183102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0034F8A-65C7-4506-9DB3-74597C32FF38}"/>
              </a:ext>
            </a:extLst>
          </p:cNvPr>
          <p:cNvSpPr txBox="1"/>
          <p:nvPr/>
        </p:nvSpPr>
        <p:spPr>
          <a:xfrm>
            <a:off x="5429518" y="1333551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9364DAB-200E-4107-8F54-5C4BA130D5B3}"/>
              </a:ext>
            </a:extLst>
          </p:cNvPr>
          <p:cNvSpPr txBox="1"/>
          <p:nvPr/>
        </p:nvSpPr>
        <p:spPr>
          <a:xfrm>
            <a:off x="6266716" y="845383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EBE96E2-61B8-4DFF-801B-FEFD6EAFFF96}"/>
              </a:ext>
            </a:extLst>
          </p:cNvPr>
          <p:cNvSpPr txBox="1"/>
          <p:nvPr/>
        </p:nvSpPr>
        <p:spPr>
          <a:xfrm>
            <a:off x="7125078" y="123776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5DC63B3-DF38-4A19-AE80-0A5E905699B1}"/>
              </a:ext>
            </a:extLst>
          </p:cNvPr>
          <p:cNvSpPr txBox="1"/>
          <p:nvPr/>
        </p:nvSpPr>
        <p:spPr>
          <a:xfrm>
            <a:off x="6894659" y="165237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C65CF5E-70C8-44EE-B456-A2766D2E5BF0}"/>
              </a:ext>
            </a:extLst>
          </p:cNvPr>
          <p:cNvSpPr txBox="1"/>
          <p:nvPr/>
        </p:nvSpPr>
        <p:spPr>
          <a:xfrm>
            <a:off x="10886000" y="137490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CCDF348-E2E0-43CA-8325-D4C2A0A89D49}"/>
              </a:ext>
            </a:extLst>
          </p:cNvPr>
          <p:cNvSpPr txBox="1"/>
          <p:nvPr/>
        </p:nvSpPr>
        <p:spPr>
          <a:xfrm>
            <a:off x="9914229" y="137170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AF219A7-8998-42F5-9E1D-617381F758D3}"/>
              </a:ext>
            </a:extLst>
          </p:cNvPr>
          <p:cNvSpPr txBox="1"/>
          <p:nvPr/>
        </p:nvSpPr>
        <p:spPr>
          <a:xfrm>
            <a:off x="8942458" y="113747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61B5165-FD32-453D-B99B-61CBA440F24E}"/>
              </a:ext>
            </a:extLst>
          </p:cNvPr>
          <p:cNvSpPr txBox="1"/>
          <p:nvPr/>
        </p:nvSpPr>
        <p:spPr>
          <a:xfrm>
            <a:off x="9229606" y="179537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8740831-E03B-4B2B-A025-3CD7CAAA3B4F}"/>
              </a:ext>
            </a:extLst>
          </p:cNvPr>
          <p:cNvSpPr txBox="1"/>
          <p:nvPr/>
        </p:nvSpPr>
        <p:spPr>
          <a:xfrm>
            <a:off x="10165694" y="86843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E7359A4-9C04-4B47-8C9A-5C8FCB07D166}"/>
              </a:ext>
            </a:extLst>
          </p:cNvPr>
          <p:cNvSpPr txBox="1"/>
          <p:nvPr/>
        </p:nvSpPr>
        <p:spPr>
          <a:xfrm>
            <a:off x="11181274" y="1178860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368804F-A20F-4E5F-9B22-D0292A05EAAD}"/>
              </a:ext>
            </a:extLst>
          </p:cNvPr>
          <p:cNvSpPr txBox="1"/>
          <p:nvPr/>
        </p:nvSpPr>
        <p:spPr>
          <a:xfrm>
            <a:off x="1144448" y="4327530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7D85B2A-6C10-4E1D-A8E5-E7B8F1379275}"/>
              </a:ext>
            </a:extLst>
          </p:cNvPr>
          <p:cNvSpPr txBox="1"/>
          <p:nvPr/>
        </p:nvSpPr>
        <p:spPr>
          <a:xfrm>
            <a:off x="1485821" y="401195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9380362-B341-49AC-A49C-F1F3E2B67C37}"/>
              </a:ext>
            </a:extLst>
          </p:cNvPr>
          <p:cNvSpPr txBox="1"/>
          <p:nvPr/>
        </p:nvSpPr>
        <p:spPr>
          <a:xfrm>
            <a:off x="2168568" y="4215671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961BB14-ECB2-482A-B0A1-905AFFE55305}"/>
              </a:ext>
            </a:extLst>
          </p:cNvPr>
          <p:cNvSpPr txBox="1"/>
          <p:nvPr/>
        </p:nvSpPr>
        <p:spPr>
          <a:xfrm>
            <a:off x="2481312" y="377510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8B7854E-368D-46FC-B86D-5F9E7606A6E3}"/>
              </a:ext>
            </a:extLst>
          </p:cNvPr>
          <p:cNvSpPr txBox="1"/>
          <p:nvPr/>
        </p:nvSpPr>
        <p:spPr>
          <a:xfrm>
            <a:off x="3207402" y="415152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11779BE-C0C4-41B7-BD41-653CC468F440}"/>
              </a:ext>
            </a:extLst>
          </p:cNvPr>
          <p:cNvSpPr txBox="1"/>
          <p:nvPr/>
        </p:nvSpPr>
        <p:spPr>
          <a:xfrm>
            <a:off x="1499790" y="169042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37" name="CuadroTexto 32">
            <a:extLst>
              <a:ext uri="{FF2B5EF4-FFF2-40B4-BE49-F238E27FC236}">
                <a16:creationId xmlns:a16="http://schemas.microsoft.com/office/drawing/2014/main" id="{391BA924-FCEF-42FB-8897-0F214AB3EEBB}"/>
              </a:ext>
            </a:extLst>
          </p:cNvPr>
          <p:cNvSpPr txBox="1"/>
          <p:nvPr/>
        </p:nvSpPr>
        <p:spPr>
          <a:xfrm>
            <a:off x="5546275" y="3917447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/>
              <a:t>d</a:t>
            </a:r>
          </a:p>
        </p:txBody>
      </p:sp>
      <p:sp>
        <p:nvSpPr>
          <p:cNvPr id="38" name="CuadroTexto 32">
            <a:extLst>
              <a:ext uri="{FF2B5EF4-FFF2-40B4-BE49-F238E27FC236}">
                <a16:creationId xmlns:a16="http://schemas.microsoft.com/office/drawing/2014/main" id="{BD67FC78-0D90-455B-8A54-F34C830A95E8}"/>
              </a:ext>
            </a:extLst>
          </p:cNvPr>
          <p:cNvSpPr txBox="1"/>
          <p:nvPr/>
        </p:nvSpPr>
        <p:spPr>
          <a:xfrm>
            <a:off x="6589010" y="377510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/>
              <a:t>d</a:t>
            </a:r>
          </a:p>
        </p:txBody>
      </p:sp>
      <p:sp>
        <p:nvSpPr>
          <p:cNvPr id="39" name="CuadroTexto 32">
            <a:extLst>
              <a:ext uri="{FF2B5EF4-FFF2-40B4-BE49-F238E27FC236}">
                <a16:creationId xmlns:a16="http://schemas.microsoft.com/office/drawing/2014/main" id="{AFA08047-6604-4703-A0B9-624A8A82877E}"/>
              </a:ext>
            </a:extLst>
          </p:cNvPr>
          <p:cNvSpPr txBox="1"/>
          <p:nvPr/>
        </p:nvSpPr>
        <p:spPr>
          <a:xfrm>
            <a:off x="7631745" y="407546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/>
              <a:t>c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20C9727-9BA2-4F5B-9B8F-5A22C0B50904}"/>
              </a:ext>
            </a:extLst>
          </p:cNvPr>
          <p:cNvSpPr txBox="1"/>
          <p:nvPr/>
        </p:nvSpPr>
        <p:spPr>
          <a:xfrm>
            <a:off x="11321571" y="440584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6150428-FFE4-4687-8A89-6C01492815E7}"/>
              </a:ext>
            </a:extLst>
          </p:cNvPr>
          <p:cNvSpPr txBox="1"/>
          <p:nvPr/>
        </p:nvSpPr>
        <p:spPr>
          <a:xfrm>
            <a:off x="9016800" y="388315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39AF512-0071-4BCF-9045-6226886BE02C}"/>
              </a:ext>
            </a:extLst>
          </p:cNvPr>
          <p:cNvSpPr txBox="1"/>
          <p:nvPr/>
        </p:nvSpPr>
        <p:spPr>
          <a:xfrm>
            <a:off x="9317655" y="4443887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9234482-4A32-44EA-B28B-36D4B5C5A402}"/>
              </a:ext>
            </a:extLst>
          </p:cNvPr>
          <p:cNvSpPr txBox="1"/>
          <p:nvPr/>
        </p:nvSpPr>
        <p:spPr>
          <a:xfrm>
            <a:off x="9996569" y="436561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4F99605-756B-42A0-B787-F1EEA22A6E71}"/>
              </a:ext>
            </a:extLst>
          </p:cNvPr>
          <p:cNvSpPr txBox="1"/>
          <p:nvPr/>
        </p:nvSpPr>
        <p:spPr>
          <a:xfrm>
            <a:off x="10313331" y="440584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803EACB-4247-48C9-B614-23F2B7ECE42F}"/>
              </a:ext>
            </a:extLst>
          </p:cNvPr>
          <p:cNvSpPr txBox="1"/>
          <p:nvPr/>
        </p:nvSpPr>
        <p:spPr>
          <a:xfrm>
            <a:off x="11003986" y="4362407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48065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4A4136A-2D1A-4779-A930-20FC539A9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2063" y="1162963"/>
            <a:ext cx="5864777" cy="361527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C3A5EB2-B743-44C2-9771-22BAD725E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47993" y="1162963"/>
            <a:ext cx="5907932" cy="36418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F23971C-5A4E-49F7-B561-C6AD3A2D95C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1" r="19645"/>
          <a:stretch/>
        </p:blipFill>
        <p:spPr>
          <a:xfrm>
            <a:off x="4265839" y="1162963"/>
            <a:ext cx="3661920" cy="364187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DD807AE-6F79-477A-ABBD-68E6D5B2EA21}"/>
              </a:ext>
            </a:extLst>
          </p:cNvPr>
          <p:cNvSpPr txBox="1"/>
          <p:nvPr/>
        </p:nvSpPr>
        <p:spPr>
          <a:xfrm>
            <a:off x="2033081" y="539536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 cm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5679C13-3939-47C1-9C32-1B03AF9469DD}"/>
              </a:ext>
            </a:extLst>
          </p:cNvPr>
          <p:cNvSpPr txBox="1"/>
          <p:nvPr/>
        </p:nvSpPr>
        <p:spPr>
          <a:xfrm>
            <a:off x="6300262" y="5395362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9624A00-7D2F-4863-B40F-FC54E4579A5F}"/>
              </a:ext>
            </a:extLst>
          </p:cNvPr>
          <p:cNvSpPr txBox="1"/>
          <p:nvPr/>
        </p:nvSpPr>
        <p:spPr>
          <a:xfrm>
            <a:off x="10082465" y="5395362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25 cm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105F59-8201-4A05-9E1E-AE4AC0FB0227}"/>
              </a:ext>
            </a:extLst>
          </p:cNvPr>
          <p:cNvSpPr txBox="1"/>
          <p:nvPr/>
        </p:nvSpPr>
        <p:spPr>
          <a:xfrm>
            <a:off x="4815035" y="-98940"/>
            <a:ext cx="194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Abies</a:t>
            </a:r>
            <a:r>
              <a:rPr lang="es-ES" sz="3200" b="1" dirty="0"/>
              <a:t> alba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141BB23-D6A1-4929-9591-DA648E407A48}"/>
              </a:ext>
            </a:extLst>
          </p:cNvPr>
          <p:cNvSpPr txBox="1"/>
          <p:nvPr/>
        </p:nvSpPr>
        <p:spPr>
          <a:xfrm>
            <a:off x="2628746" y="5851246"/>
            <a:ext cx="6934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i="1" dirty="0"/>
              <a:t>Principal Componen análisis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Abies</a:t>
            </a:r>
            <a:r>
              <a:rPr lang="es-ES" sz="1400" b="1" i="1" dirty="0"/>
              <a:t> Alba </a:t>
            </a:r>
            <a:r>
              <a:rPr lang="es-ES" sz="1400" b="1" i="1" dirty="0" err="1"/>
              <a:t>comparing</a:t>
            </a:r>
            <a:r>
              <a:rPr lang="es-ES" sz="1400" b="1" i="1" dirty="0"/>
              <a:t> </a:t>
            </a:r>
            <a:r>
              <a:rPr lang="es-ES" sz="1400" b="1" i="1" dirty="0" err="1"/>
              <a:t>waterpercentage</a:t>
            </a:r>
            <a:r>
              <a:rPr lang="es-ES" sz="1400" b="1" i="1" dirty="0"/>
              <a:t>,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(T3),</a:t>
            </a:r>
            <a:r>
              <a:rPr lang="es-ES" sz="1400" b="1" i="1" dirty="0" err="1"/>
              <a:t>Bark</a:t>
            </a:r>
            <a:r>
              <a:rPr lang="es-ES" sz="1400" b="1" i="1" dirty="0"/>
              <a:t> and </a:t>
            </a:r>
            <a:r>
              <a:rPr lang="es-ES" sz="1400" b="1" i="1" dirty="0" err="1"/>
              <a:t>Soil_moisture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 (1,10,25). </a:t>
            </a:r>
            <a:r>
              <a:rPr lang="es-ES" sz="1400" b="1" i="1" dirty="0" err="1"/>
              <a:t>Colours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dots</a:t>
            </a:r>
            <a:r>
              <a:rPr lang="es-ES" sz="1400" b="1" i="1" dirty="0"/>
              <a:t> and </a:t>
            </a:r>
            <a:r>
              <a:rPr lang="es-ES" sz="1400" b="1" i="1" dirty="0" err="1"/>
              <a:t>ellipses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</a:t>
            </a:r>
            <a:r>
              <a:rPr lang="es-ES" sz="1400" b="1" i="1" dirty="0" err="1"/>
              <a:t>samples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different</a:t>
            </a:r>
            <a:r>
              <a:rPr lang="es-ES" sz="1400" b="1" i="1" dirty="0"/>
              <a:t> </a:t>
            </a:r>
            <a:r>
              <a:rPr lang="es-ES" sz="1400" b="1" i="1" dirty="0" err="1"/>
              <a:t>degradation</a:t>
            </a:r>
            <a:r>
              <a:rPr lang="es-ES" sz="1400" b="1" i="1" dirty="0"/>
              <a:t> </a:t>
            </a:r>
            <a:r>
              <a:rPr lang="es-ES" sz="1400" b="1" i="1" dirty="0" err="1"/>
              <a:t>classes</a:t>
            </a:r>
            <a:r>
              <a:rPr lang="es-ES" sz="1400" b="1" i="1" dirty="0"/>
              <a:t> (1,2,4).</a:t>
            </a:r>
            <a:endParaRPr 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264140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B937025-BC89-4232-A775-58C3200D8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374830" y="675418"/>
            <a:ext cx="6538162" cy="403037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420625C-0816-4FB6-8B28-837F1A2DB0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2"/>
          <a:stretch/>
        </p:blipFill>
        <p:spPr>
          <a:xfrm>
            <a:off x="3656369" y="837425"/>
            <a:ext cx="5398472" cy="403037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34581E7-15CC-47BA-95AF-9D47524B6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7782" y="1002283"/>
            <a:ext cx="4697326" cy="370065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57DAA9D-A888-4726-A0D0-41C2504AA2EA}"/>
              </a:ext>
            </a:extLst>
          </p:cNvPr>
          <p:cNvSpPr txBox="1"/>
          <p:nvPr/>
        </p:nvSpPr>
        <p:spPr>
          <a:xfrm>
            <a:off x="1992033" y="523639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 cm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791F55-9939-4D04-A681-F8CBD85D7FE3}"/>
              </a:ext>
            </a:extLst>
          </p:cNvPr>
          <p:cNvSpPr txBox="1"/>
          <p:nvPr/>
        </p:nvSpPr>
        <p:spPr>
          <a:xfrm>
            <a:off x="5978739" y="5146325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01A9500-5DF7-4D6B-BB9C-DDEA3BA3A151}"/>
              </a:ext>
            </a:extLst>
          </p:cNvPr>
          <p:cNvSpPr txBox="1"/>
          <p:nvPr/>
        </p:nvSpPr>
        <p:spPr>
          <a:xfrm>
            <a:off x="10199967" y="5307881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25 cm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4434FAB-4700-4A50-A5BE-C4B23CDF58A6}"/>
              </a:ext>
            </a:extLst>
          </p:cNvPr>
          <p:cNvSpPr txBox="1"/>
          <p:nvPr/>
        </p:nvSpPr>
        <p:spPr>
          <a:xfrm>
            <a:off x="5262508" y="90643"/>
            <a:ext cx="2687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Fagus</a:t>
            </a:r>
            <a:r>
              <a:rPr lang="es-ES" sz="3200" b="1" dirty="0"/>
              <a:t> </a:t>
            </a:r>
            <a:r>
              <a:rPr lang="es-ES" sz="3200" b="1" dirty="0" err="1"/>
              <a:t>sylvatica</a:t>
            </a:r>
            <a:endParaRPr lang="es-ES" sz="3200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1342AA4-6EF4-4CB9-96F9-DF3EF9A60711}"/>
              </a:ext>
            </a:extLst>
          </p:cNvPr>
          <p:cNvSpPr txBox="1"/>
          <p:nvPr/>
        </p:nvSpPr>
        <p:spPr>
          <a:xfrm>
            <a:off x="2628746" y="5851246"/>
            <a:ext cx="6934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i="1" dirty="0"/>
              <a:t>Principal Componen análisis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Fagus</a:t>
            </a:r>
            <a:r>
              <a:rPr lang="es-ES" sz="1400" b="1" i="1" dirty="0"/>
              <a:t> </a:t>
            </a:r>
            <a:r>
              <a:rPr lang="es-ES" sz="1400" b="1" i="1" dirty="0" err="1"/>
              <a:t>sylvatica</a:t>
            </a:r>
            <a:r>
              <a:rPr lang="es-ES" sz="1400" b="1" i="1" dirty="0"/>
              <a:t> </a:t>
            </a:r>
            <a:r>
              <a:rPr lang="es-ES" sz="1400" b="1" i="1" dirty="0" err="1"/>
              <a:t>comparing</a:t>
            </a:r>
            <a:r>
              <a:rPr lang="es-ES" sz="1400" b="1" i="1" dirty="0"/>
              <a:t> </a:t>
            </a:r>
            <a:r>
              <a:rPr lang="es-ES" sz="1400" b="1" i="1" dirty="0" err="1"/>
              <a:t>waterpercentage</a:t>
            </a:r>
            <a:r>
              <a:rPr lang="es-ES" sz="1400" b="1" i="1" dirty="0"/>
              <a:t>,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(T3),</a:t>
            </a:r>
            <a:r>
              <a:rPr lang="es-ES" sz="1400" b="1" i="1" dirty="0" err="1"/>
              <a:t>Bark</a:t>
            </a:r>
            <a:r>
              <a:rPr lang="es-ES" sz="1400" b="1" i="1" dirty="0"/>
              <a:t> and </a:t>
            </a:r>
            <a:r>
              <a:rPr lang="es-ES" sz="1400" b="1" i="1" dirty="0" err="1"/>
              <a:t>Soil_moisture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 (1,10,25). </a:t>
            </a:r>
            <a:r>
              <a:rPr lang="es-ES" sz="1400" b="1" i="1" dirty="0" err="1"/>
              <a:t>Colours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dots</a:t>
            </a:r>
            <a:r>
              <a:rPr lang="es-ES" sz="1400" b="1" i="1" dirty="0"/>
              <a:t> and </a:t>
            </a:r>
            <a:r>
              <a:rPr lang="es-ES" sz="1400" b="1" i="1" dirty="0" err="1"/>
              <a:t>ellipses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</a:t>
            </a:r>
            <a:r>
              <a:rPr lang="es-ES" sz="1400" b="1" i="1" dirty="0" err="1"/>
              <a:t>samples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different</a:t>
            </a:r>
            <a:r>
              <a:rPr lang="es-ES" sz="1400" b="1" i="1" dirty="0"/>
              <a:t> </a:t>
            </a:r>
            <a:r>
              <a:rPr lang="es-ES" sz="1400" b="1" i="1" dirty="0" err="1"/>
              <a:t>degradation</a:t>
            </a:r>
            <a:r>
              <a:rPr lang="es-ES" sz="1400" b="1" i="1" dirty="0"/>
              <a:t> </a:t>
            </a:r>
            <a:r>
              <a:rPr lang="es-ES" sz="1400" b="1" i="1" dirty="0" err="1"/>
              <a:t>classes</a:t>
            </a:r>
            <a:r>
              <a:rPr lang="es-ES" sz="1400" b="1" i="1" dirty="0"/>
              <a:t> (1,2,4).</a:t>
            </a:r>
            <a:endParaRPr 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277514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FF08764-ADE8-41E8-8ACC-4DCA30F25FAE}"/>
              </a:ext>
            </a:extLst>
          </p:cNvPr>
          <p:cNvSpPr txBox="1"/>
          <p:nvPr/>
        </p:nvSpPr>
        <p:spPr>
          <a:xfrm>
            <a:off x="3603138" y="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1 cm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673E18-7B1A-4C1D-9B0B-DFD169E4DE7C}"/>
              </a:ext>
            </a:extLst>
          </p:cNvPr>
          <p:cNvSpPr txBox="1"/>
          <p:nvPr/>
        </p:nvSpPr>
        <p:spPr>
          <a:xfrm>
            <a:off x="6709458" y="45701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10 cm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CD08F4-CF29-4C40-8C36-7CE0C7A4583D}"/>
              </a:ext>
            </a:extLst>
          </p:cNvPr>
          <p:cNvSpPr txBox="1"/>
          <p:nvPr/>
        </p:nvSpPr>
        <p:spPr>
          <a:xfrm>
            <a:off x="9942175" y="85734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25 cm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7211B5-CD3A-4DB7-B777-CDA87BCAAE05}"/>
              </a:ext>
            </a:extLst>
          </p:cNvPr>
          <p:cNvSpPr txBox="1"/>
          <p:nvPr/>
        </p:nvSpPr>
        <p:spPr>
          <a:xfrm rot="16200000">
            <a:off x="908386" y="863052"/>
            <a:ext cx="1680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Abies</a:t>
            </a:r>
            <a:r>
              <a:rPr lang="es-ES" sz="2800" b="1" dirty="0"/>
              <a:t> alba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C8B609F-0C5F-4FAF-A5B0-80D6535EDBCC}"/>
              </a:ext>
            </a:extLst>
          </p:cNvPr>
          <p:cNvSpPr txBox="1"/>
          <p:nvPr/>
        </p:nvSpPr>
        <p:spPr>
          <a:xfrm rot="16200000">
            <a:off x="908387" y="4568151"/>
            <a:ext cx="1680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Fagus</a:t>
            </a:r>
            <a:r>
              <a:rPr lang="es-ES" sz="2800" b="1" dirty="0"/>
              <a:t> </a:t>
            </a:r>
            <a:r>
              <a:rPr lang="es-ES" sz="2800" b="1" dirty="0" err="1"/>
              <a:t>sylvatica</a:t>
            </a:r>
            <a:endParaRPr lang="es-ES" sz="28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F618ED-56F0-4EC5-AD5F-E7673D53AB09}"/>
              </a:ext>
            </a:extLst>
          </p:cNvPr>
          <p:cNvSpPr txBox="1"/>
          <p:nvPr/>
        </p:nvSpPr>
        <p:spPr>
          <a:xfrm>
            <a:off x="119486" y="2263245"/>
            <a:ext cx="15564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/>
              <a:t>Scatterplot</a:t>
            </a:r>
            <a:r>
              <a:rPr lang="es-ES" sz="1400" b="1" dirty="0"/>
              <a:t> </a:t>
            </a:r>
            <a:r>
              <a:rPr lang="es-ES" sz="1400" b="1" dirty="0" err="1"/>
              <a:t>of</a:t>
            </a:r>
            <a:r>
              <a:rPr lang="es-ES" sz="1400" b="1" dirty="0"/>
              <a:t> </a:t>
            </a:r>
            <a:r>
              <a:rPr lang="es-ES" sz="1400" b="1" dirty="0" err="1"/>
              <a:t>the</a:t>
            </a:r>
            <a:r>
              <a:rPr lang="es-ES" sz="1400" b="1" dirty="0"/>
              <a:t> </a:t>
            </a:r>
            <a:r>
              <a:rPr lang="es-ES" sz="1400" b="1" dirty="0" err="1"/>
              <a:t>respiration</a:t>
            </a:r>
            <a:r>
              <a:rPr lang="es-ES" sz="1400" b="1" dirty="0"/>
              <a:t> in </a:t>
            </a:r>
            <a:r>
              <a:rPr lang="es-ES" sz="1400" b="1" i="1" dirty="0"/>
              <a:t>µM CO</a:t>
            </a:r>
            <a:r>
              <a:rPr lang="es-ES" sz="1400" b="1" i="1" baseline="-25000" dirty="0"/>
              <a:t>2</a:t>
            </a:r>
            <a:r>
              <a:rPr lang="es-ES" sz="1400" b="1" i="1" dirty="0"/>
              <a:t>/s * cm</a:t>
            </a:r>
            <a:r>
              <a:rPr lang="es-ES" sz="1400" b="1" i="1" baseline="30000" dirty="0"/>
              <a:t>2</a:t>
            </a:r>
            <a:r>
              <a:rPr lang="es-ES" sz="1400" b="1" i="1" dirty="0"/>
              <a:t>  (Y-axis) and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 (X-axis)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u="sng" dirty="0" err="1"/>
              <a:t>Abies</a:t>
            </a:r>
            <a:r>
              <a:rPr lang="es-ES" sz="1400" b="1" i="1" u="sng" dirty="0"/>
              <a:t> alba </a:t>
            </a:r>
            <a:r>
              <a:rPr lang="es-ES" sz="1400" b="1" i="1" dirty="0"/>
              <a:t>(up) and </a:t>
            </a:r>
            <a:r>
              <a:rPr lang="es-ES" sz="1400" b="1" i="1" u="sng" dirty="0" err="1"/>
              <a:t>Fagus</a:t>
            </a:r>
            <a:r>
              <a:rPr lang="es-ES" sz="1400" b="1" i="1" u="sng" dirty="0"/>
              <a:t> </a:t>
            </a:r>
            <a:r>
              <a:rPr lang="es-ES" sz="1400" b="1" i="1" u="sng" dirty="0" err="1"/>
              <a:t>sylvatica</a:t>
            </a:r>
            <a:r>
              <a:rPr lang="es-ES" sz="1400" b="1" i="1" u="sng" dirty="0"/>
              <a:t> </a:t>
            </a:r>
            <a:r>
              <a:rPr lang="es-ES" sz="1400" b="1" i="1" dirty="0"/>
              <a:t>(</a:t>
            </a:r>
            <a:r>
              <a:rPr lang="es-ES" sz="1400" b="1" i="1" dirty="0" err="1"/>
              <a:t>down</a:t>
            </a:r>
            <a:r>
              <a:rPr lang="es-ES" sz="1400" b="1" i="1" dirty="0"/>
              <a:t>). </a:t>
            </a:r>
            <a:r>
              <a:rPr lang="es-ES" sz="1400" b="1" i="1" dirty="0" err="1"/>
              <a:t>Colour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dots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</a:t>
            </a:r>
            <a:r>
              <a:rPr lang="es-ES" sz="1400" b="1" i="1" dirty="0" err="1"/>
              <a:t>degradation</a:t>
            </a:r>
            <a:r>
              <a:rPr lang="es-ES" sz="1400" b="1" i="1" dirty="0"/>
              <a:t> </a:t>
            </a:r>
            <a:r>
              <a:rPr lang="es-ES" sz="1400" b="1" i="1" dirty="0" err="1"/>
              <a:t>classes</a:t>
            </a:r>
            <a:r>
              <a:rPr lang="es-ES" sz="1400" b="1" i="1" dirty="0"/>
              <a:t> 1(red), 2(</a:t>
            </a:r>
            <a:r>
              <a:rPr lang="es-ES" sz="1400" b="1" i="1" dirty="0" err="1"/>
              <a:t>green</a:t>
            </a:r>
            <a:r>
              <a:rPr lang="es-ES" sz="1400" b="1" i="1" dirty="0"/>
              <a:t>) and 4(blue)</a:t>
            </a:r>
            <a:r>
              <a:rPr lang="es-ES" sz="1400" b="1" dirty="0"/>
              <a:t> </a:t>
            </a: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0D10AA1B-811B-43B9-8ACA-14400D3A26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7" name="Imagen 16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95745E83-06F4-417E-B565-37E09FE38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086" y="834184"/>
            <a:ext cx="2594816" cy="2594816"/>
          </a:xfrm>
          <a:prstGeom prst="rect">
            <a:avLst/>
          </a:prstGeom>
        </p:spPr>
      </p:pic>
      <p:pic>
        <p:nvPicPr>
          <p:cNvPr id="19" name="Imagen 18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AAAD3D28-ACC3-4D81-A52B-A0A3E8B60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085" y="3893852"/>
            <a:ext cx="2594817" cy="2594817"/>
          </a:xfrm>
          <a:prstGeom prst="rect">
            <a:avLst/>
          </a:prstGeom>
        </p:spPr>
      </p:pic>
      <p:pic>
        <p:nvPicPr>
          <p:cNvPr id="21" name="Imagen 20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D61073E8-3218-4E7C-9638-AB17EB50C9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925238"/>
            <a:ext cx="2594817" cy="2594817"/>
          </a:xfrm>
          <a:prstGeom prst="rect">
            <a:avLst/>
          </a:prstGeom>
        </p:spPr>
      </p:pic>
      <p:pic>
        <p:nvPicPr>
          <p:cNvPr id="23" name="Imagen 22" descr="Interfaz de usuario gráfica, Gráfico, Gráfico de dispersión&#10;&#10;Descripción generada automáticamente">
            <a:extLst>
              <a:ext uri="{FF2B5EF4-FFF2-40B4-BE49-F238E27FC236}">
                <a16:creationId xmlns:a16="http://schemas.microsoft.com/office/drawing/2014/main" id="{44104B54-9226-4E87-98FD-EFF2E600D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459" y="3925238"/>
            <a:ext cx="2745164" cy="2745164"/>
          </a:xfrm>
          <a:prstGeom prst="rect">
            <a:avLst/>
          </a:prstGeom>
        </p:spPr>
      </p:pic>
      <p:pic>
        <p:nvPicPr>
          <p:cNvPr id="25" name="Imagen 24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E1DBEEA9-CCFE-4710-93BB-A1161E0A5A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402" y="707344"/>
            <a:ext cx="3111802" cy="3111802"/>
          </a:xfrm>
          <a:prstGeom prst="rect">
            <a:avLst/>
          </a:prstGeom>
        </p:spPr>
      </p:pic>
      <p:pic>
        <p:nvPicPr>
          <p:cNvPr id="27" name="Imagen 26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17A5A216-6D84-4634-A35E-9368FB912B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306" y="707344"/>
            <a:ext cx="3024987" cy="302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0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20BF841-3986-4733-9A09-6018F4192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227534"/>
              </p:ext>
            </p:extLst>
          </p:nvPr>
        </p:nvGraphicFramePr>
        <p:xfrm>
          <a:off x="978568" y="736847"/>
          <a:ext cx="10668000" cy="19154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3993">
                  <a:extLst>
                    <a:ext uri="{9D8B030D-6E8A-4147-A177-3AD203B41FA5}">
                      <a16:colId xmlns:a16="http://schemas.microsoft.com/office/drawing/2014/main" val="1356394154"/>
                    </a:ext>
                  </a:extLst>
                </a:gridCol>
                <a:gridCol w="2505545">
                  <a:extLst>
                    <a:ext uri="{9D8B030D-6E8A-4147-A177-3AD203B41FA5}">
                      <a16:colId xmlns:a16="http://schemas.microsoft.com/office/drawing/2014/main" val="291234204"/>
                    </a:ext>
                  </a:extLst>
                </a:gridCol>
                <a:gridCol w="3128360">
                  <a:extLst>
                    <a:ext uri="{9D8B030D-6E8A-4147-A177-3AD203B41FA5}">
                      <a16:colId xmlns:a16="http://schemas.microsoft.com/office/drawing/2014/main" val="530746038"/>
                    </a:ext>
                  </a:extLst>
                </a:gridCol>
                <a:gridCol w="2470102">
                  <a:extLst>
                    <a:ext uri="{9D8B030D-6E8A-4147-A177-3AD203B41FA5}">
                      <a16:colId xmlns:a16="http://schemas.microsoft.com/office/drawing/2014/main" val="564252335"/>
                    </a:ext>
                  </a:extLst>
                </a:gridCol>
              </a:tblGrid>
              <a:tr h="280971">
                <a:tc>
                  <a:txBody>
                    <a:bodyPr/>
                    <a:lstStyle/>
                    <a:p>
                      <a:pPr algn="l" fontAlgn="b"/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 err="1">
                          <a:effectLst/>
                        </a:rPr>
                        <a:t>Abies</a:t>
                      </a:r>
                      <a:r>
                        <a:rPr lang="es-ES" sz="1700" b="1" u="none" strike="noStrike" dirty="0">
                          <a:effectLst/>
                        </a:rPr>
                        <a:t> Alba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0486" marR="140486" marT="70243" marB="70243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2867"/>
                  </a:ext>
                </a:extLst>
              </a:tr>
              <a:tr h="391983">
                <a:tc>
                  <a:txBody>
                    <a:bodyPr/>
                    <a:lstStyle/>
                    <a:p>
                      <a:pPr algn="l" fontAlgn="b"/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1cm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10cm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25cm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908349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 err="1">
                          <a:effectLst/>
                        </a:rPr>
                        <a:t>Class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1426816616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1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0.7855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1.336*10^-7 Rho = -0.6655</a:t>
                      </a: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0.0001 Rho=0.65072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3123838349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2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0.01626* rho=  -0.377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0.004688 rho = -0.389832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0.0006411 Rho=0.57</a:t>
                      </a: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2222762260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4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0.04126 rho = -0.324</a:t>
                      </a: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1.19*10^-5* rho=-0.620062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1.344*10^-5 Rho=0.705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484163275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C4CE9DD-7B42-4CAC-986A-0DFB31E47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116337"/>
              </p:ext>
            </p:extLst>
          </p:nvPr>
        </p:nvGraphicFramePr>
        <p:xfrm>
          <a:off x="978568" y="3061869"/>
          <a:ext cx="10668000" cy="1523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1409">
                  <a:extLst>
                    <a:ext uri="{9D8B030D-6E8A-4147-A177-3AD203B41FA5}">
                      <a16:colId xmlns:a16="http://schemas.microsoft.com/office/drawing/2014/main" val="339325320"/>
                    </a:ext>
                  </a:extLst>
                </a:gridCol>
                <a:gridCol w="3246492">
                  <a:extLst>
                    <a:ext uri="{9D8B030D-6E8A-4147-A177-3AD203B41FA5}">
                      <a16:colId xmlns:a16="http://schemas.microsoft.com/office/drawing/2014/main" val="4047838288"/>
                    </a:ext>
                  </a:extLst>
                </a:gridCol>
                <a:gridCol w="2765530">
                  <a:extLst>
                    <a:ext uri="{9D8B030D-6E8A-4147-A177-3AD203B41FA5}">
                      <a16:colId xmlns:a16="http://schemas.microsoft.com/office/drawing/2014/main" val="2000125417"/>
                    </a:ext>
                  </a:extLst>
                </a:gridCol>
                <a:gridCol w="2284569">
                  <a:extLst>
                    <a:ext uri="{9D8B030D-6E8A-4147-A177-3AD203B41FA5}">
                      <a16:colId xmlns:a16="http://schemas.microsoft.com/office/drawing/2014/main" val="2714296709"/>
                    </a:ext>
                  </a:extLst>
                </a:gridCol>
              </a:tblGrid>
              <a:tr h="280971">
                <a:tc>
                  <a:txBody>
                    <a:bodyPr/>
                    <a:lstStyle/>
                    <a:p>
                      <a:pPr algn="l" fontAlgn="b"/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 err="1">
                          <a:effectLst/>
                        </a:rPr>
                        <a:t>Fagus</a:t>
                      </a:r>
                      <a:r>
                        <a:rPr lang="es-ES" sz="1700" b="1" u="none" strike="noStrike" dirty="0">
                          <a:effectLst/>
                        </a:rPr>
                        <a:t> </a:t>
                      </a:r>
                      <a:r>
                        <a:rPr lang="es-ES" sz="1700" b="1" u="none" strike="noStrike" dirty="0" err="1">
                          <a:effectLst/>
                        </a:rPr>
                        <a:t>sylvatica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0486" marR="140486" marT="70243" marB="70243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19228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 err="1">
                          <a:effectLst/>
                        </a:rPr>
                        <a:t>Class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1cm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10cm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25cm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553756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1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0.00162 Rho = -0.4715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1.394 * 10^-5 Rho = -0.577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3.417*10^-7 Rho=0.78</a:t>
                      </a: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3195769198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2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9.321*10^-6 Rho = -0.65</a:t>
                      </a: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0.0003492 Rho= -0.485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0.2062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1424090604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4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3.39 * 10^-5 Rho = -0.626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0.001999 Rho=-0.4308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0.03246 Rho=0.367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3017435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02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39556488-4EA8-4728-9E06-F3D85AF363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F59817C-CC37-45A5-8DFA-8AC77C18E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5125"/>
            <a:ext cx="5538999" cy="51725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FFF072D-533C-47E9-96B3-818B95F114E5}"/>
              </a:ext>
            </a:extLst>
          </p:cNvPr>
          <p:cNvSpPr txBox="1"/>
          <p:nvPr/>
        </p:nvSpPr>
        <p:spPr>
          <a:xfrm>
            <a:off x="4643244" y="5291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26/10/2021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4AFE85A-C33C-43C4-A4BF-7BCBADF55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405" y="995125"/>
            <a:ext cx="5678195" cy="51435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327CED96-C875-4C61-8846-5D58E967E329}"/>
              </a:ext>
            </a:extLst>
          </p:cNvPr>
          <p:cNvSpPr/>
          <p:nvPr/>
        </p:nvSpPr>
        <p:spPr>
          <a:xfrm>
            <a:off x="0" y="0"/>
            <a:ext cx="4190260" cy="5859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Temperatures</a:t>
            </a:r>
            <a:endParaRPr lang="es-ES" b="1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D85D368-7C58-4A5D-8B13-0B00074AA1B2}"/>
              </a:ext>
            </a:extLst>
          </p:cNvPr>
          <p:cNvSpPr/>
          <p:nvPr/>
        </p:nvSpPr>
        <p:spPr>
          <a:xfrm>
            <a:off x="445252" y="692055"/>
            <a:ext cx="4712674" cy="36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/>
              <a:t>Air T. (</a:t>
            </a:r>
            <a:r>
              <a:rPr lang="es-ES" b="1" dirty="0" err="1"/>
              <a:t>ºC</a:t>
            </a:r>
            <a:r>
              <a:rPr lang="es-ES" b="1" dirty="0"/>
              <a:t>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7BAEAA8-6012-4E76-BBD5-465B6F0B0BE8}"/>
              </a:ext>
            </a:extLst>
          </p:cNvPr>
          <p:cNvSpPr/>
          <p:nvPr/>
        </p:nvSpPr>
        <p:spPr>
          <a:xfrm>
            <a:off x="6649374" y="675529"/>
            <a:ext cx="4483223" cy="36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/>
              <a:t>T. </a:t>
            </a:r>
            <a:r>
              <a:rPr lang="es-ES" b="1" dirty="0" err="1"/>
              <a:t>Inside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wood</a:t>
            </a:r>
            <a:r>
              <a:rPr lang="es-ES" b="1" dirty="0"/>
              <a:t> (</a:t>
            </a:r>
            <a:r>
              <a:rPr lang="es-ES" b="1" dirty="0" err="1"/>
              <a:t>ºC</a:t>
            </a:r>
            <a:r>
              <a:rPr lang="es-E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3833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FE53D1B9-2861-42FC-889C-0B38C032D9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2DF0881-1019-4793-B619-0A59BDCB1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8" y="1009650"/>
            <a:ext cx="5742542" cy="51732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A35CFE5-BE83-4C34-8779-729DE82908D2}"/>
              </a:ext>
            </a:extLst>
          </p:cNvPr>
          <p:cNvSpPr txBox="1"/>
          <p:nvPr/>
        </p:nvSpPr>
        <p:spPr>
          <a:xfrm>
            <a:off x="445252" y="29685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27/10/2021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F03A47D7-9735-4A8F-86E6-28F237180F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48E043E-2D38-4FB9-8323-53652A75B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009649"/>
            <a:ext cx="5677200" cy="5173199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51D439FD-AC6D-4ECC-8A90-6A5A8B1CB95C}"/>
              </a:ext>
            </a:extLst>
          </p:cNvPr>
          <p:cNvSpPr/>
          <p:nvPr/>
        </p:nvSpPr>
        <p:spPr>
          <a:xfrm>
            <a:off x="445252" y="692055"/>
            <a:ext cx="4712674" cy="36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/>
              <a:t>Air T. (</a:t>
            </a:r>
            <a:r>
              <a:rPr lang="es-ES" b="1" dirty="0" err="1"/>
              <a:t>ºC</a:t>
            </a:r>
            <a:r>
              <a:rPr lang="es-ES" b="1" dirty="0"/>
              <a:t>)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82F2843-4E1D-466D-B102-9F8A785C6DDA}"/>
              </a:ext>
            </a:extLst>
          </p:cNvPr>
          <p:cNvSpPr/>
          <p:nvPr/>
        </p:nvSpPr>
        <p:spPr>
          <a:xfrm>
            <a:off x="6649374" y="675529"/>
            <a:ext cx="4483223" cy="36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/>
              <a:t>T. </a:t>
            </a:r>
            <a:r>
              <a:rPr lang="es-ES" b="1" dirty="0" err="1"/>
              <a:t>Inside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wood</a:t>
            </a:r>
            <a:r>
              <a:rPr lang="es-ES" b="1" dirty="0"/>
              <a:t> (</a:t>
            </a:r>
            <a:r>
              <a:rPr lang="es-ES" b="1" dirty="0" err="1"/>
              <a:t>ºC</a:t>
            </a:r>
            <a:r>
              <a:rPr lang="es-E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377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D393B491-B568-4755-AD68-3B4B150013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0EF2C57-16E9-479B-8BD1-D0390C739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13" y="1008578"/>
            <a:ext cx="5505450" cy="48408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1559686-BC4A-49BC-B183-95D3068E85D0}"/>
              </a:ext>
            </a:extLst>
          </p:cNvPr>
          <p:cNvSpPr txBox="1"/>
          <p:nvPr/>
        </p:nvSpPr>
        <p:spPr>
          <a:xfrm>
            <a:off x="445252" y="296319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28/10/2021</a:t>
            </a: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40738170-1E91-4094-AD43-BD47F5A8CC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E45D102-B006-437B-8690-8D1A9D3DB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857250"/>
            <a:ext cx="5505450" cy="51435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A49A7D26-6848-4CE3-A3B0-2A3B8100094D}"/>
              </a:ext>
            </a:extLst>
          </p:cNvPr>
          <p:cNvSpPr/>
          <p:nvPr/>
        </p:nvSpPr>
        <p:spPr>
          <a:xfrm>
            <a:off x="445252" y="692055"/>
            <a:ext cx="4712674" cy="36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/>
              <a:t>Air T. (</a:t>
            </a:r>
            <a:r>
              <a:rPr lang="es-ES" b="1" dirty="0" err="1"/>
              <a:t>ºC</a:t>
            </a:r>
            <a:r>
              <a:rPr lang="es-ES" b="1" dirty="0"/>
              <a:t>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F26C02F-08CA-46EE-9BFC-B6E7D3998CAC}"/>
              </a:ext>
            </a:extLst>
          </p:cNvPr>
          <p:cNvSpPr/>
          <p:nvPr/>
        </p:nvSpPr>
        <p:spPr>
          <a:xfrm>
            <a:off x="6649374" y="675529"/>
            <a:ext cx="4483223" cy="36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/>
              <a:t>T. </a:t>
            </a:r>
            <a:r>
              <a:rPr lang="es-ES" b="1" dirty="0" err="1"/>
              <a:t>Inside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wood</a:t>
            </a:r>
            <a:r>
              <a:rPr lang="es-ES" b="1" dirty="0"/>
              <a:t> (</a:t>
            </a:r>
            <a:r>
              <a:rPr lang="es-ES" b="1" dirty="0" err="1"/>
              <a:t>ºC</a:t>
            </a:r>
            <a:r>
              <a:rPr lang="es-E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701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66E4CBC1-4E74-4FEC-8964-797C9AF807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C746B65-11FA-4AC0-814E-0EB8E7D3F8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461DAD5-63DD-41BF-818F-AA30E5471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095375"/>
            <a:ext cx="5800725" cy="51435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78B326F-463A-4532-AD9D-43419993E0DE}"/>
              </a:ext>
            </a:extLst>
          </p:cNvPr>
          <p:cNvSpPr txBox="1"/>
          <p:nvPr/>
        </p:nvSpPr>
        <p:spPr>
          <a:xfrm>
            <a:off x="445252" y="24979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29/10/2021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FDFBA92-BD89-439C-BE46-69CE85708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1066800"/>
            <a:ext cx="5800725" cy="51435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0CAFDA4D-5277-4EAD-9F5C-A6D5415BBAB0}"/>
              </a:ext>
            </a:extLst>
          </p:cNvPr>
          <p:cNvSpPr/>
          <p:nvPr/>
        </p:nvSpPr>
        <p:spPr>
          <a:xfrm>
            <a:off x="445252" y="692055"/>
            <a:ext cx="4712674" cy="36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/>
              <a:t>Air T. (</a:t>
            </a:r>
            <a:r>
              <a:rPr lang="es-ES" b="1" dirty="0" err="1"/>
              <a:t>ºC</a:t>
            </a:r>
            <a:r>
              <a:rPr lang="es-ES" b="1" dirty="0"/>
              <a:t>)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2056A80-CF8B-478E-8F8A-7F16FF036FE3}"/>
              </a:ext>
            </a:extLst>
          </p:cNvPr>
          <p:cNvSpPr/>
          <p:nvPr/>
        </p:nvSpPr>
        <p:spPr>
          <a:xfrm>
            <a:off x="6649374" y="675529"/>
            <a:ext cx="4483223" cy="36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/>
              <a:t>T. </a:t>
            </a:r>
            <a:r>
              <a:rPr lang="es-ES" b="1" dirty="0" err="1"/>
              <a:t>Inside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wood</a:t>
            </a:r>
            <a:r>
              <a:rPr lang="es-ES" b="1" dirty="0"/>
              <a:t> (</a:t>
            </a:r>
            <a:r>
              <a:rPr lang="es-ES" b="1" dirty="0" err="1"/>
              <a:t>ºC</a:t>
            </a:r>
            <a:r>
              <a:rPr lang="es-E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7735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AEC38-34A4-4DA7-B013-41940FBC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July</a:t>
            </a:r>
            <a:r>
              <a:rPr lang="es-ES" dirty="0"/>
              <a:t> + </a:t>
            </a:r>
            <a:r>
              <a:rPr lang="es-ES" dirty="0" err="1"/>
              <a:t>October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7583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CED4054-2CDB-4920-912D-3349D43C03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571"/>
          <a:stretch/>
        </p:blipFill>
        <p:spPr>
          <a:xfrm>
            <a:off x="3552499" y="2133600"/>
            <a:ext cx="5774647" cy="213360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92C9EE1-6D27-4942-B7E0-1709908B3F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71"/>
          <a:stretch/>
        </p:blipFill>
        <p:spPr>
          <a:xfrm>
            <a:off x="3491511" y="0"/>
            <a:ext cx="5774647" cy="21336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54B8094-6459-4B93-9E6B-C1C5A28C53A4}"/>
              </a:ext>
            </a:extLst>
          </p:cNvPr>
          <p:cNvSpPr txBox="1"/>
          <p:nvPr/>
        </p:nvSpPr>
        <p:spPr>
          <a:xfrm>
            <a:off x="920267" y="283106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Abies</a:t>
            </a:r>
            <a:r>
              <a:rPr lang="es-ES" dirty="0"/>
              <a:t> alba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8148877-FEED-4066-AD76-87199A126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649" y="4267200"/>
            <a:ext cx="5860370" cy="23336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623F06B-FE0F-4834-B5D8-334D2450DB7D}"/>
              </a:ext>
            </a:extLst>
          </p:cNvPr>
          <p:cNvSpPr txBox="1"/>
          <p:nvPr/>
        </p:nvSpPr>
        <p:spPr>
          <a:xfrm flipH="1">
            <a:off x="2660827" y="960268"/>
            <a:ext cx="769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1cm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523941-0529-476B-A6A3-51A769FF07D6}"/>
              </a:ext>
            </a:extLst>
          </p:cNvPr>
          <p:cNvSpPr txBox="1"/>
          <p:nvPr/>
        </p:nvSpPr>
        <p:spPr>
          <a:xfrm flipH="1">
            <a:off x="2573530" y="3094893"/>
            <a:ext cx="769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10cm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A0244C-2408-4F75-890E-C2D31BC0A3E8}"/>
              </a:ext>
            </a:extLst>
          </p:cNvPr>
          <p:cNvSpPr txBox="1"/>
          <p:nvPr/>
        </p:nvSpPr>
        <p:spPr>
          <a:xfrm flipH="1">
            <a:off x="2573530" y="5229518"/>
            <a:ext cx="769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25cm</a:t>
            </a:r>
          </a:p>
        </p:txBody>
      </p:sp>
    </p:spTree>
    <p:extLst>
      <p:ext uri="{BB962C8B-B14F-4D97-AF65-F5344CB8AC3E}">
        <p14:creationId xmlns:p14="http://schemas.microsoft.com/office/powerpoint/2010/main" val="929323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2C9EE1-6D27-4942-B7E0-1709908B3F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" b="7932"/>
          <a:stretch/>
        </p:blipFill>
        <p:spPr>
          <a:xfrm>
            <a:off x="3491510" y="115410"/>
            <a:ext cx="5774647" cy="245108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54B8094-6459-4B93-9E6B-C1C5A28C53A4}"/>
              </a:ext>
            </a:extLst>
          </p:cNvPr>
          <p:cNvSpPr txBox="1"/>
          <p:nvPr/>
        </p:nvSpPr>
        <p:spPr>
          <a:xfrm>
            <a:off x="920267" y="2831068"/>
            <a:ext cx="1556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Fagus</a:t>
            </a:r>
            <a:r>
              <a:rPr lang="es-ES" dirty="0"/>
              <a:t> </a:t>
            </a:r>
            <a:r>
              <a:rPr lang="es-ES" dirty="0" err="1"/>
              <a:t>sylvatica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8148877-FEED-4066-AD76-87199A126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648" y="4408965"/>
            <a:ext cx="5860370" cy="23336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623F06B-FE0F-4834-B5D8-334D2450DB7D}"/>
              </a:ext>
            </a:extLst>
          </p:cNvPr>
          <p:cNvSpPr txBox="1"/>
          <p:nvPr/>
        </p:nvSpPr>
        <p:spPr>
          <a:xfrm flipH="1">
            <a:off x="2660827" y="960268"/>
            <a:ext cx="769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1cm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523941-0529-476B-A6A3-51A769FF07D6}"/>
              </a:ext>
            </a:extLst>
          </p:cNvPr>
          <p:cNvSpPr txBox="1"/>
          <p:nvPr/>
        </p:nvSpPr>
        <p:spPr>
          <a:xfrm flipH="1">
            <a:off x="2573530" y="3094893"/>
            <a:ext cx="769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10cm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A0244C-2408-4F75-890E-C2D31BC0A3E8}"/>
              </a:ext>
            </a:extLst>
          </p:cNvPr>
          <p:cNvSpPr txBox="1"/>
          <p:nvPr/>
        </p:nvSpPr>
        <p:spPr>
          <a:xfrm flipH="1">
            <a:off x="2573530" y="5229518"/>
            <a:ext cx="769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25cm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ED4054-2CDB-4920-912D-3349D43C03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1" b="10540"/>
          <a:stretch/>
        </p:blipFill>
        <p:spPr>
          <a:xfrm>
            <a:off x="3555316" y="2566493"/>
            <a:ext cx="5710842" cy="196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184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514</Words>
  <Application>Microsoft Office PowerPoint</Application>
  <PresentationFormat>Panorámica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July + October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Buezo</dc:creator>
  <cp:lastModifiedBy>Javier Buezo</cp:lastModifiedBy>
  <cp:revision>12</cp:revision>
  <dcterms:created xsi:type="dcterms:W3CDTF">2021-11-09T07:55:01Z</dcterms:created>
  <dcterms:modified xsi:type="dcterms:W3CDTF">2021-11-19T07:52:46Z</dcterms:modified>
</cp:coreProperties>
</file>